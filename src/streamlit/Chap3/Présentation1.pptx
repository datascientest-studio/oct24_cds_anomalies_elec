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Style à thème 1 - Accentuation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Aucun style, grille du tableau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6" autoAdjust="0"/>
    <p:restoredTop sz="94660"/>
  </p:normalViewPr>
  <p:slideViewPr>
    <p:cSldViewPr snapToGrid="0">
      <p:cViewPr varScale="1">
        <p:scale>
          <a:sx n="98" d="100"/>
          <a:sy n="98" d="100"/>
        </p:scale>
        <p:origin x="84" y="29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C2FAB96-45E5-6001-BC70-84261828C0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370BEAB1-8FAF-4774-D2D7-3C9293C443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6BA81F0-FDF7-ABB5-031F-A6C056CD1D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37D0E0-26E3-4A3B-B762-973E15936663}" type="datetimeFigureOut">
              <a:rPr lang="fr-FR" smtClean="0"/>
              <a:t>22/07/2025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70447B1-F441-5D2C-707B-9C730608A8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7F2F5AD-EFD9-8524-12B8-2E3307F89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A5AFE6-AB9D-443A-A21B-A7353570FC2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986938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CE91CC4-45B5-B607-B895-CEB7831CB2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8E5E754-9804-A864-0F2C-8EC7D9669A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AB3EE88-9021-9996-1A36-088B197305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37D0E0-26E3-4A3B-B762-973E15936663}" type="datetimeFigureOut">
              <a:rPr lang="fr-FR" smtClean="0"/>
              <a:t>22/07/2025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B1F7CCD-DDA1-D277-48A4-2F4F6412B1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F3775E4-D72A-4C31-9339-C6AC1838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A5AFE6-AB9D-443A-A21B-A7353570FC2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73413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F8BE39B-DBED-E7AA-0757-0D514BD63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63EF5EA-ABF6-FF36-BBB8-F636C2B33A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9B0FB5B-EF51-6A9D-A3DE-EC001347D6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37D0E0-26E3-4A3B-B762-973E15936663}" type="datetimeFigureOut">
              <a:rPr lang="fr-FR" smtClean="0"/>
              <a:t>22/07/2025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EBEE717-10DA-A4EC-FE83-DDAAA9C6EB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94841D2-F9DF-502F-A2A7-70AB5B2DE6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A5AFE6-AB9D-443A-A21B-A7353570FC2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82510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6DC2127-31BA-05E2-E9AC-EBA62592A0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BFE1CC4-87F0-C78A-A270-5B84AE313D1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7EAC86F9-20EE-AADC-98C9-183AFA151B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C4089CA-2099-EDA2-65D6-1A9C351A4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37D0E0-26E3-4A3B-B762-973E15936663}" type="datetimeFigureOut">
              <a:rPr lang="fr-FR" smtClean="0"/>
              <a:t>22/07/2025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3605A08-D223-AA5C-9E3E-8065F2B294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3432317-092E-55CB-DE52-E34C32766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A5AFE6-AB9D-443A-A21B-A7353570FC2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8346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D619CAD-C87C-0328-209D-93EA1056CC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237B802-AEE2-486D-1B9A-243D435B03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5A5D6CA-6BA2-94DC-0AB7-8723A2CB7F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69AE41A5-AB1B-AF8A-CE3C-8F11C40194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50D7DD83-7BDE-FB5A-D5BA-F25383A155C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A3D8D49E-17F8-54D6-39B6-0B24868C0B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37D0E0-26E3-4A3B-B762-973E15936663}" type="datetimeFigureOut">
              <a:rPr lang="fr-FR" smtClean="0"/>
              <a:t>22/07/2025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5A0E8B45-4476-4D47-CA0D-E41924722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5B8F915D-9E6E-CDFA-5EDF-FBE3C830F7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A5AFE6-AB9D-443A-A21B-A7353570FC2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193750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27062CE-AA47-8315-42B4-C03F7094B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D0E922FA-6124-32CE-EAE6-3935FD120F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37D0E0-26E3-4A3B-B762-973E15936663}" type="datetimeFigureOut">
              <a:rPr lang="fr-FR" smtClean="0"/>
              <a:t>22/07/2025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7C9C0E6C-3C12-43F7-C961-0FA3ACA28C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D87EA0B-8933-4DD3-CF53-C3B082A075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A5AFE6-AB9D-443A-A21B-A7353570FC2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484643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A5661E13-DFBB-9112-9824-E907A1B3F2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37D0E0-26E3-4A3B-B762-973E15936663}" type="datetimeFigureOut">
              <a:rPr lang="fr-FR" smtClean="0"/>
              <a:t>22/07/2025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D90B1F91-BC5C-75A2-03C7-30E89805BE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01B7C45-78A5-B5CA-A3D1-CB5C8FAA4E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A5AFE6-AB9D-443A-A21B-A7353570FC2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215570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991A9CE-50C3-0360-5A66-DE206CBE79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0C6367F-5322-4784-9F40-3516F79694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975E2D03-5A3B-3242-9D1E-10F844303C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80B43F12-0C7E-D4A8-01AE-FFE5D750D1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37D0E0-26E3-4A3B-B762-973E15936663}" type="datetimeFigureOut">
              <a:rPr lang="fr-FR" smtClean="0"/>
              <a:t>22/07/2025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C373C48-867F-8857-8429-0D07B740DD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1F7E3A8-6944-C14B-C965-110A8E0C85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A5AFE6-AB9D-443A-A21B-A7353570FC2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076964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E62EDE1-062C-C6D2-6E72-969E5080D4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3CECA3E6-909D-C3F1-FFE6-A2633B0263F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BD54F8E-75CE-8E84-4310-21C70657BC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60C64A6-4073-381B-F9E4-5C6AB9FFA3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37D0E0-26E3-4A3B-B762-973E15936663}" type="datetimeFigureOut">
              <a:rPr lang="fr-FR" smtClean="0"/>
              <a:t>22/07/2025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D829F8C-4288-34DC-538A-903BA9C1A6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2E5E87A1-2921-DEFC-BCAB-7BD032FF24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A5AFE6-AB9D-443A-A21B-A7353570FC2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38222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73B4BC4-59A9-CDAF-50A5-B3E487F55A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50DF3BCB-B3AD-8B74-662D-CFCAAEDFF2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B8753E5-71A5-6B8C-21EC-6734EAD473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37D0E0-26E3-4A3B-B762-973E15936663}" type="datetimeFigureOut">
              <a:rPr lang="fr-FR" smtClean="0"/>
              <a:t>22/07/2025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2C0D530-7001-1C05-7B91-3222E58704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EF9F974-B273-64A6-709E-32DFBBA713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A5AFE6-AB9D-443A-A21B-A7353570FC2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605602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613E8DAF-AC88-DE8E-9E59-EB47099DCAD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BE4BCF33-EB8F-2964-4C12-53196FEB1E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3FFB14A-60C5-FC46-41A4-BFDE292C3D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37D0E0-26E3-4A3B-B762-973E15936663}" type="datetimeFigureOut">
              <a:rPr lang="fr-FR" smtClean="0"/>
              <a:t>22/07/2025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A56005B-E5D8-8FE5-E339-1328BDD2F8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1E4C943-F838-E26F-77DD-08AB344E40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A5AFE6-AB9D-443A-A21B-A7353570FC2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568433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080929B0-965B-E516-F5BF-AC70FCC6A2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50B5A89-3F08-DC79-3AAA-1C4F408E07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1734F14-DD47-F063-7F7F-0C2280A3B5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137D0E0-26E3-4A3B-B762-973E15936663}" type="datetimeFigureOut">
              <a:rPr lang="fr-FR" smtClean="0"/>
              <a:t>22/07/2025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0DFA251-A755-B8B7-9089-4D23058C86B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658AEE9-5ED3-8770-BB3F-C1AC9A223D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A5AFE6-AB9D-443A-A21B-A7353570FC2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081915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4BF74D64-300D-A4C7-A895-3F2C33813A9E}"/>
              </a:ext>
            </a:extLst>
          </p:cNvPr>
          <p:cNvSpPr/>
          <p:nvPr/>
        </p:nvSpPr>
        <p:spPr>
          <a:xfrm>
            <a:off x="3953435" y="181541"/>
            <a:ext cx="4034118" cy="551321"/>
          </a:xfrm>
          <a:prstGeom prst="round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tx1"/>
                </a:solidFill>
              </a:rPr>
              <a:t>Détection des périodes par analyse spectrale de la variable cible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83A23B2F-6681-9493-C307-677B60D0B7F3}"/>
              </a:ext>
            </a:extLst>
          </p:cNvPr>
          <p:cNvSpPr/>
          <p:nvPr/>
        </p:nvSpPr>
        <p:spPr>
          <a:xfrm>
            <a:off x="1499343" y="1317811"/>
            <a:ext cx="4034118" cy="753036"/>
          </a:xfrm>
          <a:prstGeom prst="round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sz="1400" b="1" dirty="0">
                <a:solidFill>
                  <a:schemeClr val="tx1"/>
                </a:solidFill>
              </a:rPr>
              <a:t>Décomposition de la variable cible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 : coins arrondis 11">
                <a:extLst>
                  <a:ext uri="{FF2B5EF4-FFF2-40B4-BE49-F238E27FC236}">
                    <a16:creationId xmlns:a16="http://schemas.microsoft.com/office/drawing/2014/main" id="{769F3AFC-DFE6-66B9-BB76-C524380C5343}"/>
                  </a:ext>
                </a:extLst>
              </p:cNvPr>
              <p:cNvSpPr/>
              <p:nvPr/>
            </p:nvSpPr>
            <p:spPr>
              <a:xfrm>
                <a:off x="1098171" y="2599762"/>
                <a:ext cx="2176183" cy="3406589"/>
              </a:xfrm>
              <a:prstGeom prst="roundRect">
                <a:avLst/>
              </a:prstGeom>
              <a:noFill/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sz="1400" b="1" dirty="0">
                    <a:solidFill>
                      <a:schemeClr val="tx1"/>
                    </a:solidFill>
                  </a:rPr>
                  <a:t>Prévision des composantes saisonnières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1" i="1" dirty="0" smtClean="0">
                            <a:latin typeface="Cambria Math" panose="02040503050406030204" pitchFamily="18" charset="0"/>
                          </a:rPr>
                          <m:t>𝒔</m:t>
                        </m:r>
                      </m:e>
                      <m:sub>
                        <m:r>
                          <a:rPr lang="fr-FR" sz="1400" b="1" i="1" dirty="0" smtClean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fr-FR" sz="1400" b="1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fr-FR" sz="1400" b="1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1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𝒔</m:t>
                        </m:r>
                      </m:e>
                      <m:sub>
                        <m:r>
                          <a:rPr lang="fr-FR" sz="1400" b="1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fr-FR" sz="1400" b="1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…</m:t>
                    </m:r>
                    <m:sSub>
                      <m:sSubPr>
                        <m:ctrlPr>
                          <a:rPr lang="fr-FR" sz="1400" b="1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1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𝒔</m:t>
                        </m:r>
                      </m:e>
                      <m:sub>
                        <m:r>
                          <a:rPr lang="fr-FR" sz="1400" b="1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</m:sSub>
                    <m:r>
                      <a:rPr lang="fr-FR" sz="1400" b="1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sz="1400" b="1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fr-FR" sz="1400" b="1" dirty="0"/>
              </a:p>
              <a:p>
                <a:pPr algn="ctr"/>
                <a:r>
                  <a:rPr lang="fr-FR" sz="1400" b="1" dirty="0">
                    <a:solidFill>
                      <a:schemeClr val="tx1"/>
                    </a:solidFill>
                  </a:rPr>
                  <a:t>par des modèles </a:t>
                </a:r>
                <a14:m>
                  <m:oMath xmlns:m="http://schemas.openxmlformats.org/officeDocument/2006/math">
                    <m:r>
                      <a:rPr lang="fr-F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𝑺𝑨𝑹𝑰𝑴𝑨</m:t>
                    </m:r>
                    <m:d>
                      <m:dPr>
                        <m:ctrl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  <m: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𝒅</m:t>
                        </m:r>
                        <m: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𝒒</m:t>
                        </m:r>
                      </m:e>
                    </m:d>
                    <m:sSub>
                      <m:sSubPr>
                        <m:ctrl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ctrlPr>
                              <a:rPr lang="fr-FR" sz="14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4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𝑷</m:t>
                            </m:r>
                            <m:r>
                              <a:rPr lang="fr-FR" sz="14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fr-FR" sz="14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𝑫</m:t>
                            </m:r>
                            <m:r>
                              <a:rPr lang="fr-FR" sz="14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fr-FR" sz="14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𝑸</m:t>
                            </m:r>
                          </m:e>
                        </m:d>
                      </m:e>
                      <m:sub>
                        <m: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𝒔</m:t>
                        </m:r>
                      </m:sub>
                    </m:sSub>
                  </m:oMath>
                </a14:m>
                <a:endParaRPr lang="fr-FR" sz="14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Rectangle : coins arrondis 11">
                <a:extLst>
                  <a:ext uri="{FF2B5EF4-FFF2-40B4-BE49-F238E27FC236}">
                    <a16:creationId xmlns:a16="http://schemas.microsoft.com/office/drawing/2014/main" id="{769F3AFC-DFE6-66B9-BB76-C524380C534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8171" y="2599762"/>
                <a:ext cx="2176183" cy="3406589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ectangle : coins arrondis 19">
            <a:extLst>
              <a:ext uri="{FF2B5EF4-FFF2-40B4-BE49-F238E27FC236}">
                <a16:creationId xmlns:a16="http://schemas.microsoft.com/office/drawing/2014/main" id="{AB03149A-92A7-7E9C-03F4-340A323CAB05}"/>
              </a:ext>
            </a:extLst>
          </p:cNvPr>
          <p:cNvSpPr/>
          <p:nvPr/>
        </p:nvSpPr>
        <p:spPr>
          <a:xfrm>
            <a:off x="6227663" y="1317808"/>
            <a:ext cx="4034118" cy="753036"/>
          </a:xfrm>
          <a:prstGeom prst="round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sz="1400" b="1" dirty="0">
                <a:solidFill>
                  <a:schemeClr val="tx1"/>
                </a:solidFill>
              </a:rPr>
              <a:t>Décomposition des variables exogènes</a:t>
            </a:r>
          </a:p>
        </p:txBody>
      </p:sp>
      <p:sp>
        <p:nvSpPr>
          <p:cNvPr id="23" name="Rectangle : coins arrondis 22">
            <a:extLst>
              <a:ext uri="{FF2B5EF4-FFF2-40B4-BE49-F238E27FC236}">
                <a16:creationId xmlns:a16="http://schemas.microsoft.com/office/drawing/2014/main" id="{76A001E4-E256-F4B5-624F-75DAEDDDE4E7}"/>
              </a:ext>
            </a:extLst>
          </p:cNvPr>
          <p:cNvSpPr/>
          <p:nvPr/>
        </p:nvSpPr>
        <p:spPr>
          <a:xfrm>
            <a:off x="4363567" y="2599763"/>
            <a:ext cx="2227731" cy="3406590"/>
          </a:xfrm>
          <a:prstGeom prst="round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00" b="1" dirty="0"/>
          </a:p>
          <a:p>
            <a:pPr algn="ctr"/>
            <a:endParaRPr lang="fr-FR" sz="1400" b="1" dirty="0"/>
          </a:p>
          <a:p>
            <a:pPr algn="ctr"/>
            <a:endParaRPr lang="fr-FR" sz="1400" b="1" dirty="0"/>
          </a:p>
          <a:p>
            <a:pPr algn="ctr"/>
            <a:endParaRPr lang="fr-FR" sz="1400" b="1" dirty="0"/>
          </a:p>
          <a:p>
            <a:pPr algn="ctr"/>
            <a:endParaRPr lang="fr-FR" sz="1400" b="1" dirty="0"/>
          </a:p>
          <a:p>
            <a:pPr algn="ctr"/>
            <a:endParaRPr lang="fr-FR" sz="1400" b="1" dirty="0"/>
          </a:p>
          <a:p>
            <a:pPr algn="ctr"/>
            <a:endParaRPr lang="fr-FR" sz="1400" b="1" dirty="0"/>
          </a:p>
          <a:p>
            <a:pPr algn="ctr"/>
            <a:endParaRPr lang="fr-FR" sz="1400" b="1" dirty="0"/>
          </a:p>
          <a:p>
            <a:pPr algn="ctr"/>
            <a:endParaRPr lang="fr-FR" sz="1400" b="1" dirty="0"/>
          </a:p>
          <a:p>
            <a:pPr algn="ctr"/>
            <a:endParaRPr lang="fr-FR" sz="1400" b="1" dirty="0"/>
          </a:p>
          <a:p>
            <a:pPr algn="ctr"/>
            <a:endParaRPr lang="fr-FR" sz="1400" b="1" dirty="0"/>
          </a:p>
          <a:p>
            <a:pPr algn="ctr"/>
            <a:endParaRPr lang="fr-FR" sz="1400" b="1" dirty="0"/>
          </a:p>
          <a:p>
            <a:pPr algn="ctr"/>
            <a:endParaRPr lang="fr-FR" sz="1400" b="1" dirty="0"/>
          </a:p>
          <a:p>
            <a:pPr algn="ctr"/>
            <a:endParaRPr lang="fr-FR" sz="1400" b="1" dirty="0"/>
          </a:p>
          <a:p>
            <a:pPr algn="ctr"/>
            <a:r>
              <a:rPr lang="fr-FR" sz="1400" b="1" dirty="0">
                <a:solidFill>
                  <a:schemeClr val="tx1"/>
                </a:solidFill>
              </a:rPr>
              <a:t>Prévision de la tendance</a:t>
            </a:r>
          </a:p>
        </p:txBody>
      </p:sp>
      <p:sp>
        <p:nvSpPr>
          <p:cNvPr id="24" name="Rectangle : coins arrondis 23">
            <a:extLst>
              <a:ext uri="{FF2B5EF4-FFF2-40B4-BE49-F238E27FC236}">
                <a16:creationId xmlns:a16="http://schemas.microsoft.com/office/drawing/2014/main" id="{4F58E34E-B0BE-082E-80A1-9954A34800CF}"/>
              </a:ext>
            </a:extLst>
          </p:cNvPr>
          <p:cNvSpPr/>
          <p:nvPr/>
        </p:nvSpPr>
        <p:spPr>
          <a:xfrm>
            <a:off x="4549584" y="2754396"/>
            <a:ext cx="1866901" cy="753036"/>
          </a:xfrm>
          <a:prstGeom prst="round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tx1"/>
                </a:solidFill>
              </a:rPr>
              <a:t>Transformation des tendances des variables exogènes</a:t>
            </a:r>
          </a:p>
        </p:txBody>
      </p:sp>
      <p:sp>
        <p:nvSpPr>
          <p:cNvPr id="25" name="Rectangle : coins arrondis 24">
            <a:extLst>
              <a:ext uri="{FF2B5EF4-FFF2-40B4-BE49-F238E27FC236}">
                <a16:creationId xmlns:a16="http://schemas.microsoft.com/office/drawing/2014/main" id="{AAF1A0B7-F3F8-8527-E1AB-A32BF2C9ACF2}"/>
              </a:ext>
            </a:extLst>
          </p:cNvPr>
          <p:cNvSpPr/>
          <p:nvPr/>
        </p:nvSpPr>
        <p:spPr>
          <a:xfrm>
            <a:off x="4549583" y="3588112"/>
            <a:ext cx="1866901" cy="519957"/>
          </a:xfrm>
          <a:prstGeom prst="round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tx1"/>
                </a:solidFill>
              </a:rPr>
              <a:t>Normalisation</a:t>
            </a:r>
            <a:endParaRPr lang="fr-FR" sz="1400" b="1" dirty="0"/>
          </a:p>
        </p:txBody>
      </p:sp>
      <p:cxnSp>
        <p:nvCxnSpPr>
          <p:cNvPr id="35" name="Connecteur : en angle 34">
            <a:extLst>
              <a:ext uri="{FF2B5EF4-FFF2-40B4-BE49-F238E27FC236}">
                <a16:creationId xmlns:a16="http://schemas.microsoft.com/office/drawing/2014/main" id="{53E931AB-3888-51A3-3482-414B024A95E9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 rot="5400000">
            <a:off x="4450974" y="-201710"/>
            <a:ext cx="584949" cy="245409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eur : en angle 44">
            <a:extLst>
              <a:ext uri="{FF2B5EF4-FFF2-40B4-BE49-F238E27FC236}">
                <a16:creationId xmlns:a16="http://schemas.microsoft.com/office/drawing/2014/main" id="{DE0A29F0-4ECC-049D-CFEC-872A603CB515}"/>
              </a:ext>
            </a:extLst>
          </p:cNvPr>
          <p:cNvCxnSpPr>
            <a:cxnSpLocks/>
            <a:stCxn id="7" idx="2"/>
            <a:endCxn id="20" idx="0"/>
          </p:cNvCxnSpPr>
          <p:nvPr/>
        </p:nvCxnSpPr>
        <p:spPr>
          <a:xfrm rot="16200000" flipH="1">
            <a:off x="6815135" y="-111779"/>
            <a:ext cx="584946" cy="227422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ectangle : coins arrondis 57">
            <a:extLst>
              <a:ext uri="{FF2B5EF4-FFF2-40B4-BE49-F238E27FC236}">
                <a16:creationId xmlns:a16="http://schemas.microsoft.com/office/drawing/2014/main" id="{3DB00EF4-A158-D322-CDA8-A600800DBFF9}"/>
              </a:ext>
            </a:extLst>
          </p:cNvPr>
          <p:cNvSpPr/>
          <p:nvPr/>
        </p:nvSpPr>
        <p:spPr>
          <a:xfrm>
            <a:off x="4549583" y="4161857"/>
            <a:ext cx="1866900" cy="753036"/>
          </a:xfrm>
          <a:prstGeom prst="round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tx1"/>
                </a:solidFill>
              </a:rPr>
              <a:t>Préparation des séquences pour LSTM</a:t>
            </a:r>
            <a:endParaRPr lang="fr-FR" sz="1400" b="1" dirty="0"/>
          </a:p>
        </p:txBody>
      </p:sp>
      <p:sp>
        <p:nvSpPr>
          <p:cNvPr id="59" name="Rectangle : coins arrondis 58">
            <a:extLst>
              <a:ext uri="{FF2B5EF4-FFF2-40B4-BE49-F238E27FC236}">
                <a16:creationId xmlns:a16="http://schemas.microsoft.com/office/drawing/2014/main" id="{1285BC82-B5FC-3FB2-A4B9-319094C01328}"/>
              </a:ext>
            </a:extLst>
          </p:cNvPr>
          <p:cNvSpPr/>
          <p:nvPr/>
        </p:nvSpPr>
        <p:spPr>
          <a:xfrm>
            <a:off x="4549584" y="5009019"/>
            <a:ext cx="1866900" cy="519957"/>
          </a:xfrm>
          <a:prstGeom prst="round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tx1"/>
                </a:solidFill>
              </a:rPr>
              <a:t>LSTM</a:t>
            </a:r>
            <a:endParaRPr lang="fr-FR" sz="1400" b="1" dirty="0"/>
          </a:p>
        </p:txBody>
      </p:sp>
      <p:sp>
        <p:nvSpPr>
          <p:cNvPr id="60" name="Rectangle : coins arrondis 59">
            <a:extLst>
              <a:ext uri="{FF2B5EF4-FFF2-40B4-BE49-F238E27FC236}">
                <a16:creationId xmlns:a16="http://schemas.microsoft.com/office/drawing/2014/main" id="{004F316B-09B4-D1CE-934E-1383D1CE3AE8}"/>
              </a:ext>
            </a:extLst>
          </p:cNvPr>
          <p:cNvSpPr/>
          <p:nvPr/>
        </p:nvSpPr>
        <p:spPr>
          <a:xfrm>
            <a:off x="8480613" y="2599763"/>
            <a:ext cx="2227731" cy="3406590"/>
          </a:xfrm>
          <a:prstGeom prst="round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00" b="1" dirty="0">
              <a:solidFill>
                <a:schemeClr val="tx1"/>
              </a:solidFill>
            </a:endParaRPr>
          </a:p>
          <a:p>
            <a:pPr algn="ctr"/>
            <a:endParaRPr lang="fr-FR" sz="1400" b="1" dirty="0">
              <a:solidFill>
                <a:schemeClr val="tx1"/>
              </a:solidFill>
            </a:endParaRPr>
          </a:p>
          <a:p>
            <a:pPr algn="ctr"/>
            <a:endParaRPr lang="fr-FR" sz="1400" b="1" dirty="0">
              <a:solidFill>
                <a:schemeClr val="tx1"/>
              </a:solidFill>
            </a:endParaRPr>
          </a:p>
          <a:p>
            <a:pPr algn="ctr"/>
            <a:endParaRPr lang="fr-FR" sz="1400" b="1" dirty="0">
              <a:solidFill>
                <a:schemeClr val="tx1"/>
              </a:solidFill>
            </a:endParaRPr>
          </a:p>
          <a:p>
            <a:pPr algn="ctr"/>
            <a:endParaRPr lang="fr-FR" sz="1400" b="1" dirty="0">
              <a:solidFill>
                <a:schemeClr val="tx1"/>
              </a:solidFill>
            </a:endParaRPr>
          </a:p>
          <a:p>
            <a:pPr algn="ctr"/>
            <a:endParaRPr lang="fr-FR" sz="1400" b="1" dirty="0">
              <a:solidFill>
                <a:schemeClr val="tx1"/>
              </a:solidFill>
            </a:endParaRPr>
          </a:p>
          <a:p>
            <a:pPr algn="ctr"/>
            <a:endParaRPr lang="fr-FR" sz="1400" b="1" dirty="0">
              <a:solidFill>
                <a:schemeClr val="tx1"/>
              </a:solidFill>
            </a:endParaRPr>
          </a:p>
          <a:p>
            <a:pPr algn="ctr"/>
            <a:endParaRPr lang="fr-FR" sz="1400" b="1" dirty="0">
              <a:solidFill>
                <a:schemeClr val="tx1"/>
              </a:solidFill>
            </a:endParaRPr>
          </a:p>
          <a:p>
            <a:pPr algn="ctr"/>
            <a:endParaRPr lang="fr-FR" sz="1400" b="1" dirty="0">
              <a:solidFill>
                <a:schemeClr val="tx1"/>
              </a:solidFill>
            </a:endParaRPr>
          </a:p>
          <a:p>
            <a:pPr algn="ctr"/>
            <a:endParaRPr lang="fr-FR" sz="1400" b="1" dirty="0">
              <a:solidFill>
                <a:schemeClr val="tx1"/>
              </a:solidFill>
            </a:endParaRPr>
          </a:p>
          <a:p>
            <a:pPr algn="ctr"/>
            <a:endParaRPr lang="fr-FR" sz="1400" b="1" dirty="0">
              <a:solidFill>
                <a:schemeClr val="tx1"/>
              </a:solidFill>
            </a:endParaRPr>
          </a:p>
          <a:p>
            <a:pPr algn="ctr"/>
            <a:endParaRPr lang="fr-FR" sz="1400" b="1" dirty="0">
              <a:solidFill>
                <a:schemeClr val="tx1"/>
              </a:solidFill>
            </a:endParaRPr>
          </a:p>
          <a:p>
            <a:pPr algn="ctr"/>
            <a:endParaRPr lang="fr-FR" sz="1400" b="1" dirty="0">
              <a:solidFill>
                <a:schemeClr val="tx1"/>
              </a:solidFill>
            </a:endParaRPr>
          </a:p>
          <a:p>
            <a:pPr algn="ctr"/>
            <a:endParaRPr lang="fr-FR" sz="1400" b="1" dirty="0">
              <a:solidFill>
                <a:schemeClr val="tx1"/>
              </a:solidFill>
            </a:endParaRPr>
          </a:p>
          <a:p>
            <a:pPr algn="ctr"/>
            <a:endParaRPr lang="fr-FR" sz="1400" b="1" dirty="0">
              <a:solidFill>
                <a:schemeClr val="tx1"/>
              </a:solidFill>
            </a:endParaRPr>
          </a:p>
          <a:p>
            <a:pPr algn="ctr"/>
            <a:r>
              <a:rPr lang="fr-FR" sz="1400" b="1" dirty="0">
                <a:solidFill>
                  <a:schemeClr val="tx1"/>
                </a:solidFill>
              </a:rPr>
              <a:t>Prévision du résidu</a:t>
            </a:r>
          </a:p>
          <a:p>
            <a:pPr algn="ctr"/>
            <a:endParaRPr lang="fr-FR" sz="1400" b="1" dirty="0"/>
          </a:p>
        </p:txBody>
      </p:sp>
      <p:sp>
        <p:nvSpPr>
          <p:cNvPr id="61" name="Rectangle : coins arrondis 60">
            <a:extLst>
              <a:ext uri="{FF2B5EF4-FFF2-40B4-BE49-F238E27FC236}">
                <a16:creationId xmlns:a16="http://schemas.microsoft.com/office/drawing/2014/main" id="{B792AC4C-8C33-DC05-1963-8477621709E1}"/>
              </a:ext>
            </a:extLst>
          </p:cNvPr>
          <p:cNvSpPr/>
          <p:nvPr/>
        </p:nvSpPr>
        <p:spPr>
          <a:xfrm>
            <a:off x="8630770" y="2752164"/>
            <a:ext cx="1866901" cy="753036"/>
          </a:xfrm>
          <a:prstGeom prst="round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tx1"/>
                </a:solidFill>
              </a:rPr>
              <a:t>Transformation des résidus des variables exogènes</a:t>
            </a:r>
          </a:p>
        </p:txBody>
      </p:sp>
      <p:sp>
        <p:nvSpPr>
          <p:cNvPr id="62" name="Rectangle : coins arrondis 61">
            <a:extLst>
              <a:ext uri="{FF2B5EF4-FFF2-40B4-BE49-F238E27FC236}">
                <a16:creationId xmlns:a16="http://schemas.microsoft.com/office/drawing/2014/main" id="{917F22C9-11F1-F8E9-4E61-2908C0CAB52B}"/>
              </a:ext>
            </a:extLst>
          </p:cNvPr>
          <p:cNvSpPr/>
          <p:nvPr/>
        </p:nvSpPr>
        <p:spPr>
          <a:xfrm>
            <a:off x="8630769" y="3570182"/>
            <a:ext cx="1866901" cy="519957"/>
          </a:xfrm>
          <a:prstGeom prst="round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tx1"/>
                </a:solidFill>
              </a:rPr>
              <a:t>Normalisation</a:t>
            </a:r>
            <a:endParaRPr lang="fr-FR" sz="1400" b="1" dirty="0"/>
          </a:p>
        </p:txBody>
      </p:sp>
      <p:sp>
        <p:nvSpPr>
          <p:cNvPr id="63" name="Rectangle : coins arrondis 62">
            <a:extLst>
              <a:ext uri="{FF2B5EF4-FFF2-40B4-BE49-F238E27FC236}">
                <a16:creationId xmlns:a16="http://schemas.microsoft.com/office/drawing/2014/main" id="{33C333C2-6F9E-571F-373E-49ACC19B6697}"/>
              </a:ext>
            </a:extLst>
          </p:cNvPr>
          <p:cNvSpPr/>
          <p:nvPr/>
        </p:nvSpPr>
        <p:spPr>
          <a:xfrm>
            <a:off x="8630771" y="4159625"/>
            <a:ext cx="1866900" cy="753036"/>
          </a:xfrm>
          <a:prstGeom prst="round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tx1"/>
                </a:solidFill>
              </a:rPr>
              <a:t>Préparation des séquences pour LSTM</a:t>
            </a:r>
            <a:endParaRPr lang="fr-FR" sz="1400" b="1" dirty="0"/>
          </a:p>
        </p:txBody>
      </p:sp>
      <p:sp>
        <p:nvSpPr>
          <p:cNvPr id="64" name="Rectangle : coins arrondis 63">
            <a:extLst>
              <a:ext uri="{FF2B5EF4-FFF2-40B4-BE49-F238E27FC236}">
                <a16:creationId xmlns:a16="http://schemas.microsoft.com/office/drawing/2014/main" id="{45AA42FC-9A34-D502-9845-1E98A9E2FBA2}"/>
              </a:ext>
            </a:extLst>
          </p:cNvPr>
          <p:cNvSpPr/>
          <p:nvPr/>
        </p:nvSpPr>
        <p:spPr>
          <a:xfrm>
            <a:off x="8630769" y="5006787"/>
            <a:ext cx="1866901" cy="519957"/>
          </a:xfrm>
          <a:prstGeom prst="round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tx1"/>
                </a:solidFill>
              </a:rPr>
              <a:t>LSTM</a:t>
            </a:r>
            <a:endParaRPr lang="fr-FR" sz="1400" b="1" dirty="0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5870A819-332E-0921-E7E7-599A5BBED4FD}"/>
              </a:ext>
            </a:extLst>
          </p:cNvPr>
          <p:cNvSpPr/>
          <p:nvPr/>
        </p:nvSpPr>
        <p:spPr>
          <a:xfrm>
            <a:off x="1673035" y="1810874"/>
            <a:ext cx="1023089" cy="2599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/>
              <a:t>Saisonnalités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B64A1DD8-1E0D-1BB7-8548-C94BA21F2DC8}"/>
              </a:ext>
            </a:extLst>
          </p:cNvPr>
          <p:cNvSpPr/>
          <p:nvPr/>
        </p:nvSpPr>
        <p:spPr>
          <a:xfrm>
            <a:off x="3062566" y="1810874"/>
            <a:ext cx="995082" cy="25100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/>
              <a:t>Tendance</a:t>
            </a: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F831E0AD-0BEA-BA69-30AF-FCE246132BB0}"/>
              </a:ext>
            </a:extLst>
          </p:cNvPr>
          <p:cNvSpPr/>
          <p:nvPr/>
        </p:nvSpPr>
        <p:spPr>
          <a:xfrm>
            <a:off x="4374776" y="1819838"/>
            <a:ext cx="1023091" cy="25100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/>
              <a:t>Résidu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CB10F629-1A08-0A77-2C0F-9272400D4486}"/>
              </a:ext>
            </a:extLst>
          </p:cNvPr>
          <p:cNvSpPr/>
          <p:nvPr/>
        </p:nvSpPr>
        <p:spPr>
          <a:xfrm>
            <a:off x="6383434" y="1810871"/>
            <a:ext cx="1023089" cy="2599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/>
              <a:t>Saisonnalités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82D2ECAD-09D5-8B58-3E96-EAE14C6FE76A}"/>
              </a:ext>
            </a:extLst>
          </p:cNvPr>
          <p:cNvSpPr/>
          <p:nvPr/>
        </p:nvSpPr>
        <p:spPr>
          <a:xfrm>
            <a:off x="7772965" y="1810871"/>
            <a:ext cx="995082" cy="25100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/>
              <a:t>Tendance</a:t>
            </a: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A901607B-4404-F201-4716-F3BA415C9444}"/>
              </a:ext>
            </a:extLst>
          </p:cNvPr>
          <p:cNvSpPr/>
          <p:nvPr/>
        </p:nvSpPr>
        <p:spPr>
          <a:xfrm>
            <a:off x="9085175" y="1819835"/>
            <a:ext cx="1023091" cy="25100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/>
              <a:t>Résidu</a:t>
            </a:r>
          </a:p>
        </p:txBody>
      </p:sp>
      <p:cxnSp>
        <p:nvCxnSpPr>
          <p:cNvPr id="110" name="Connecteur : en angle 109">
            <a:extLst>
              <a:ext uri="{FF2B5EF4-FFF2-40B4-BE49-F238E27FC236}">
                <a16:creationId xmlns:a16="http://schemas.microsoft.com/office/drawing/2014/main" id="{CBC8FD0A-FA06-D7F7-0FF6-FC3B19EDC7D6}"/>
              </a:ext>
            </a:extLst>
          </p:cNvPr>
          <p:cNvCxnSpPr>
            <a:stCxn id="104" idx="2"/>
            <a:endCxn id="23" idx="0"/>
          </p:cNvCxnSpPr>
          <p:nvPr/>
        </p:nvCxnSpPr>
        <p:spPr>
          <a:xfrm rot="5400000">
            <a:off x="6605029" y="934285"/>
            <a:ext cx="537883" cy="2793073"/>
          </a:xfrm>
          <a:prstGeom prst="bentConnector3">
            <a:avLst>
              <a:gd name="adj1" fmla="val 68333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7" name="Connecteur droit avec flèche 116">
            <a:extLst>
              <a:ext uri="{FF2B5EF4-FFF2-40B4-BE49-F238E27FC236}">
                <a16:creationId xmlns:a16="http://schemas.microsoft.com/office/drawing/2014/main" id="{A5296E29-FF4D-D777-4CEB-F7BE4D1E9E29}"/>
              </a:ext>
            </a:extLst>
          </p:cNvPr>
          <p:cNvCxnSpPr>
            <a:cxnSpLocks/>
            <a:stCxn id="90" idx="2"/>
            <a:endCxn id="12" idx="0"/>
          </p:cNvCxnSpPr>
          <p:nvPr/>
        </p:nvCxnSpPr>
        <p:spPr>
          <a:xfrm>
            <a:off x="2184580" y="2070848"/>
            <a:ext cx="1683" cy="52891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5" name="Connecteur droit avec flèche 124">
            <a:extLst>
              <a:ext uri="{FF2B5EF4-FFF2-40B4-BE49-F238E27FC236}">
                <a16:creationId xmlns:a16="http://schemas.microsoft.com/office/drawing/2014/main" id="{3D9DE342-72D3-E677-6DC5-1271897A5D43}"/>
              </a:ext>
            </a:extLst>
          </p:cNvPr>
          <p:cNvCxnSpPr>
            <a:cxnSpLocks/>
            <a:stCxn id="105" idx="2"/>
            <a:endCxn id="60" idx="0"/>
          </p:cNvCxnSpPr>
          <p:nvPr/>
        </p:nvCxnSpPr>
        <p:spPr>
          <a:xfrm flipH="1">
            <a:off x="9594479" y="2070844"/>
            <a:ext cx="2242" cy="5289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Connecteur : en angle 128">
            <a:extLst>
              <a:ext uri="{FF2B5EF4-FFF2-40B4-BE49-F238E27FC236}">
                <a16:creationId xmlns:a16="http://schemas.microsoft.com/office/drawing/2014/main" id="{DA0551E0-70C6-CDF0-E489-DCE5B910F65D}"/>
              </a:ext>
            </a:extLst>
          </p:cNvPr>
          <p:cNvCxnSpPr>
            <a:cxnSpLocks/>
            <a:stCxn id="93" idx="2"/>
            <a:endCxn id="60" idx="0"/>
          </p:cNvCxnSpPr>
          <p:nvPr/>
        </p:nvCxnSpPr>
        <p:spPr>
          <a:xfrm rot="16200000" flipH="1">
            <a:off x="6975942" y="-18774"/>
            <a:ext cx="528916" cy="470815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5" name="Connecteur : en angle 134">
            <a:extLst>
              <a:ext uri="{FF2B5EF4-FFF2-40B4-BE49-F238E27FC236}">
                <a16:creationId xmlns:a16="http://schemas.microsoft.com/office/drawing/2014/main" id="{17656022-8948-1CF4-ABD6-2ADCC6DA9CBF}"/>
              </a:ext>
            </a:extLst>
          </p:cNvPr>
          <p:cNvCxnSpPr>
            <a:stCxn id="92" idx="2"/>
            <a:endCxn id="23" idx="0"/>
          </p:cNvCxnSpPr>
          <p:nvPr/>
        </p:nvCxnSpPr>
        <p:spPr>
          <a:xfrm rot="16200000" flipH="1">
            <a:off x="4249830" y="1372160"/>
            <a:ext cx="537880" cy="1917326"/>
          </a:xfrm>
          <a:prstGeom prst="bentConnector3">
            <a:avLst>
              <a:gd name="adj1" fmla="val 68333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1" name="Rectangle : coins arrondis 140">
            <a:extLst>
              <a:ext uri="{FF2B5EF4-FFF2-40B4-BE49-F238E27FC236}">
                <a16:creationId xmlns:a16="http://schemas.microsoft.com/office/drawing/2014/main" id="{D215D092-5836-77CD-D3F7-56D147B88DE7}"/>
              </a:ext>
            </a:extLst>
          </p:cNvPr>
          <p:cNvSpPr/>
          <p:nvPr/>
        </p:nvSpPr>
        <p:spPr>
          <a:xfrm>
            <a:off x="3460373" y="6512849"/>
            <a:ext cx="4034118" cy="327220"/>
          </a:xfrm>
          <a:prstGeom prst="round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tx1"/>
                </a:solidFill>
              </a:rPr>
              <a:t>Reconstitution </a:t>
            </a:r>
          </a:p>
        </p:txBody>
      </p:sp>
      <p:cxnSp>
        <p:nvCxnSpPr>
          <p:cNvPr id="142" name="Connecteur : en angle 141">
            <a:extLst>
              <a:ext uri="{FF2B5EF4-FFF2-40B4-BE49-F238E27FC236}">
                <a16:creationId xmlns:a16="http://schemas.microsoft.com/office/drawing/2014/main" id="{3C5FF048-1C4C-ABAC-3CC8-0F568670AA3E}"/>
              </a:ext>
            </a:extLst>
          </p:cNvPr>
          <p:cNvCxnSpPr>
            <a:cxnSpLocks/>
            <a:stCxn id="12" idx="2"/>
            <a:endCxn id="141" idx="0"/>
          </p:cNvCxnSpPr>
          <p:nvPr/>
        </p:nvCxnSpPr>
        <p:spPr>
          <a:xfrm rot="16200000" flipH="1">
            <a:off x="3578598" y="4614015"/>
            <a:ext cx="506498" cy="329116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0" name="Connecteur : en angle 149">
            <a:extLst>
              <a:ext uri="{FF2B5EF4-FFF2-40B4-BE49-F238E27FC236}">
                <a16:creationId xmlns:a16="http://schemas.microsoft.com/office/drawing/2014/main" id="{2DA9D512-07EF-E841-CC2F-E081B76A3D3C}"/>
              </a:ext>
            </a:extLst>
          </p:cNvPr>
          <p:cNvCxnSpPr>
            <a:stCxn id="23" idx="2"/>
            <a:endCxn id="141" idx="0"/>
          </p:cNvCxnSpPr>
          <p:nvPr/>
        </p:nvCxnSpPr>
        <p:spPr>
          <a:xfrm rot="5400000">
            <a:off x="5224185" y="6259601"/>
            <a:ext cx="506496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2" name="Connecteur : en angle 151">
            <a:extLst>
              <a:ext uri="{FF2B5EF4-FFF2-40B4-BE49-F238E27FC236}">
                <a16:creationId xmlns:a16="http://schemas.microsoft.com/office/drawing/2014/main" id="{0B4B9A1D-4B5A-3380-85D6-3F1303F13D0A}"/>
              </a:ext>
            </a:extLst>
          </p:cNvPr>
          <p:cNvCxnSpPr>
            <a:cxnSpLocks/>
            <a:stCxn id="60" idx="2"/>
            <a:endCxn id="141" idx="0"/>
          </p:cNvCxnSpPr>
          <p:nvPr/>
        </p:nvCxnSpPr>
        <p:spPr>
          <a:xfrm rot="5400000">
            <a:off x="7282708" y="4201078"/>
            <a:ext cx="506496" cy="411704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10208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318A3F93-779E-1118-9107-84AE914B2A01}"/>
              </a:ext>
            </a:extLst>
          </p:cNvPr>
          <p:cNvSpPr/>
          <p:nvPr/>
        </p:nvSpPr>
        <p:spPr>
          <a:xfrm>
            <a:off x="4435285" y="1281951"/>
            <a:ext cx="2227731" cy="3254190"/>
          </a:xfrm>
          <a:prstGeom prst="round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00" b="1" dirty="0"/>
          </a:p>
          <a:p>
            <a:pPr algn="ctr"/>
            <a:endParaRPr lang="fr-FR" sz="1400" b="1" dirty="0"/>
          </a:p>
          <a:p>
            <a:pPr algn="ctr"/>
            <a:endParaRPr lang="fr-FR" sz="1400" b="1" dirty="0"/>
          </a:p>
          <a:p>
            <a:pPr algn="ctr"/>
            <a:endParaRPr lang="fr-FR" sz="1400" b="1" dirty="0"/>
          </a:p>
          <a:p>
            <a:pPr algn="ctr"/>
            <a:endParaRPr lang="fr-FR" sz="1400" b="1" dirty="0"/>
          </a:p>
          <a:p>
            <a:pPr algn="ctr"/>
            <a:endParaRPr lang="fr-FR" sz="1400" b="1" dirty="0"/>
          </a:p>
          <a:p>
            <a:pPr algn="ctr"/>
            <a:endParaRPr lang="fr-FR" sz="1400" b="1" dirty="0"/>
          </a:p>
          <a:p>
            <a:pPr algn="ctr"/>
            <a:endParaRPr lang="fr-FR" sz="1400" b="1" dirty="0"/>
          </a:p>
          <a:p>
            <a:pPr algn="ctr"/>
            <a:endParaRPr lang="fr-FR" sz="1400" b="1" dirty="0"/>
          </a:p>
          <a:p>
            <a:pPr algn="ctr"/>
            <a:endParaRPr lang="fr-FR" sz="1400" b="1" dirty="0"/>
          </a:p>
          <a:p>
            <a:pPr algn="ctr"/>
            <a:endParaRPr lang="fr-FR" sz="1400" b="1" dirty="0"/>
          </a:p>
          <a:p>
            <a:pPr algn="ctr"/>
            <a:endParaRPr lang="fr-FR" sz="1400" b="1" dirty="0"/>
          </a:p>
          <a:p>
            <a:pPr algn="ctr"/>
            <a:endParaRPr lang="fr-FR" sz="1400" b="1" dirty="0"/>
          </a:p>
          <a:p>
            <a:pPr algn="ctr"/>
            <a:endParaRPr lang="fr-FR" sz="1400" b="1" dirty="0"/>
          </a:p>
        </p:txBody>
      </p:sp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8BDCE593-DBBC-4A5C-E3FE-55A2D387937F}"/>
              </a:ext>
            </a:extLst>
          </p:cNvPr>
          <p:cNvSpPr/>
          <p:nvPr/>
        </p:nvSpPr>
        <p:spPr>
          <a:xfrm>
            <a:off x="4621302" y="1436584"/>
            <a:ext cx="1866901" cy="753036"/>
          </a:xfrm>
          <a:prstGeom prst="round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tx1"/>
                </a:solidFill>
              </a:rPr>
              <a:t>Transformation par translation et inversion</a:t>
            </a:r>
          </a:p>
        </p:txBody>
      </p:sp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63315E00-96AE-A582-77F3-64645E3F2CB6}"/>
              </a:ext>
            </a:extLst>
          </p:cNvPr>
          <p:cNvSpPr/>
          <p:nvPr/>
        </p:nvSpPr>
        <p:spPr>
          <a:xfrm>
            <a:off x="4621301" y="2270300"/>
            <a:ext cx="1866901" cy="519957"/>
          </a:xfrm>
          <a:prstGeom prst="round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tx1"/>
                </a:solidFill>
              </a:rPr>
              <a:t>Normalisation</a:t>
            </a:r>
            <a:endParaRPr lang="fr-FR" sz="1400" b="1" dirty="0"/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5FFDD421-C550-0E50-B9EE-1FA98C63CD70}"/>
              </a:ext>
            </a:extLst>
          </p:cNvPr>
          <p:cNvSpPr/>
          <p:nvPr/>
        </p:nvSpPr>
        <p:spPr>
          <a:xfrm>
            <a:off x="4621301" y="2844045"/>
            <a:ext cx="1866900" cy="753036"/>
          </a:xfrm>
          <a:prstGeom prst="round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tx1"/>
                </a:solidFill>
              </a:rPr>
              <a:t>Préparation des séquences pour LSTM</a:t>
            </a:r>
            <a:endParaRPr lang="fr-FR" sz="1400" b="1" dirty="0"/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6D0E1AC4-341D-FC8A-D49B-66771447A03C}"/>
              </a:ext>
            </a:extLst>
          </p:cNvPr>
          <p:cNvSpPr/>
          <p:nvPr/>
        </p:nvSpPr>
        <p:spPr>
          <a:xfrm>
            <a:off x="4621302" y="3691207"/>
            <a:ext cx="1866900" cy="519957"/>
          </a:xfrm>
          <a:prstGeom prst="round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tx1"/>
                </a:solidFill>
              </a:rPr>
              <a:t>Modèle basé sur des LSTM</a:t>
            </a:r>
            <a:endParaRPr lang="fr-FR" sz="1400" b="1" dirty="0"/>
          </a:p>
        </p:txBody>
      </p:sp>
    </p:spTree>
    <p:extLst>
      <p:ext uri="{BB962C8B-B14F-4D97-AF65-F5344CB8AC3E}">
        <p14:creationId xmlns:p14="http://schemas.microsoft.com/office/powerpoint/2010/main" val="14401584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D0756CE7-3AC8-A648-9F3C-FFB7A963151B}"/>
              </a:ext>
            </a:extLst>
          </p:cNvPr>
          <p:cNvSpPr/>
          <p:nvPr/>
        </p:nvSpPr>
        <p:spPr>
          <a:xfrm>
            <a:off x="3936281" y="3311672"/>
            <a:ext cx="3999728" cy="832523"/>
          </a:xfrm>
          <a:prstGeom prst="rect">
            <a:avLst/>
          </a:prstGeom>
          <a:solidFill>
            <a:schemeClr val="accent5">
              <a:alpha val="20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3" name="Tableau 22">
                <a:extLst>
                  <a:ext uri="{FF2B5EF4-FFF2-40B4-BE49-F238E27FC236}">
                    <a16:creationId xmlns:a16="http://schemas.microsoft.com/office/drawing/2014/main" id="{365086F1-57FB-723C-D15E-6C6EA218A4A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4709124"/>
                  </p:ext>
                </p:extLst>
              </p:nvPr>
            </p:nvGraphicFramePr>
            <p:xfrm>
              <a:off x="3936282" y="3311673"/>
              <a:ext cx="3999728" cy="3708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29330">
                      <a:extLst>
                        <a:ext uri="{9D8B030D-6E8A-4147-A177-3AD203B41FA5}">
                          <a16:colId xmlns:a16="http://schemas.microsoft.com/office/drawing/2014/main" val="2396127714"/>
                        </a:ext>
                      </a:extLst>
                    </a:gridCol>
                    <a:gridCol w="561733">
                      <a:extLst>
                        <a:ext uri="{9D8B030D-6E8A-4147-A177-3AD203B41FA5}">
                          <a16:colId xmlns:a16="http://schemas.microsoft.com/office/drawing/2014/main" val="1815423872"/>
                        </a:ext>
                      </a:extLst>
                    </a:gridCol>
                    <a:gridCol w="561733">
                      <a:extLst>
                        <a:ext uri="{9D8B030D-6E8A-4147-A177-3AD203B41FA5}">
                          <a16:colId xmlns:a16="http://schemas.microsoft.com/office/drawing/2014/main" val="1884723031"/>
                        </a:ext>
                      </a:extLst>
                    </a:gridCol>
                    <a:gridCol w="561733">
                      <a:extLst>
                        <a:ext uri="{9D8B030D-6E8A-4147-A177-3AD203B41FA5}">
                          <a16:colId xmlns:a16="http://schemas.microsoft.com/office/drawing/2014/main" val="3147811208"/>
                        </a:ext>
                      </a:extLst>
                    </a:gridCol>
                    <a:gridCol w="561733">
                      <a:extLst>
                        <a:ext uri="{9D8B030D-6E8A-4147-A177-3AD203B41FA5}">
                          <a16:colId xmlns:a16="http://schemas.microsoft.com/office/drawing/2014/main" val="105240590"/>
                        </a:ext>
                      </a:extLst>
                    </a:gridCol>
                    <a:gridCol w="561733">
                      <a:extLst>
                        <a:ext uri="{9D8B030D-6E8A-4147-A177-3AD203B41FA5}">
                          <a16:colId xmlns:a16="http://schemas.microsoft.com/office/drawing/2014/main" val="1723551580"/>
                        </a:ext>
                      </a:extLst>
                    </a:gridCol>
                    <a:gridCol w="561733">
                      <a:extLst>
                        <a:ext uri="{9D8B030D-6E8A-4147-A177-3AD203B41FA5}">
                          <a16:colId xmlns:a16="http://schemas.microsoft.com/office/drawing/2014/main" val="313799687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sz="1400" b="1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400" b="1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𝑿</m:t>
                                    </m:r>
                                  </m:e>
                                  <m:sub>
                                    <m:r>
                                      <a:rPr lang="fr-FR" sz="1400" b="1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𝑵</m:t>
                                    </m:r>
                                    <m:r>
                                      <a:rPr lang="fr-FR" sz="1400" b="1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fr-FR" sz="1400" b="1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fr-FR" sz="140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sz="1400" b="1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400" b="1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𝑿</m:t>
                                    </m:r>
                                  </m:e>
                                  <m:sub>
                                    <m:r>
                                      <a:rPr lang="fr-FR" sz="1400" b="1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fr-FR" sz="1400" dirty="0"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fr-FR" sz="140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fr-FR" sz="1400" dirty="0">
                              <a:solidFill>
                                <a:schemeClr val="tx1"/>
                              </a:solidFill>
                              <a:latin typeface="+mn-lt"/>
                            </a:rPr>
                            <a:t>….</a:t>
                          </a: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fr-FR" sz="140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fr-FR" sz="1400" dirty="0"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sz="1400" b="1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400" b="1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𝑿</m:t>
                                    </m:r>
                                  </m:e>
                                  <m:sub>
                                    <m:r>
                                      <a:rPr lang="fr-FR" sz="1400" b="1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𝑵</m:t>
                                    </m:r>
                                    <m:r>
                                      <a:rPr lang="fr-FR" sz="1400" b="1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fr-FR" sz="1400" b="1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fr-FR" sz="1400" dirty="0"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2164060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3" name="Tableau 22">
                <a:extLst>
                  <a:ext uri="{FF2B5EF4-FFF2-40B4-BE49-F238E27FC236}">
                    <a16:creationId xmlns:a16="http://schemas.microsoft.com/office/drawing/2014/main" id="{365086F1-57FB-723C-D15E-6C6EA218A4A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4709124"/>
                  </p:ext>
                </p:extLst>
              </p:nvPr>
            </p:nvGraphicFramePr>
            <p:xfrm>
              <a:off x="3936282" y="3311673"/>
              <a:ext cx="3999728" cy="3708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29330">
                      <a:extLst>
                        <a:ext uri="{9D8B030D-6E8A-4147-A177-3AD203B41FA5}">
                          <a16:colId xmlns:a16="http://schemas.microsoft.com/office/drawing/2014/main" val="2396127714"/>
                        </a:ext>
                      </a:extLst>
                    </a:gridCol>
                    <a:gridCol w="561733">
                      <a:extLst>
                        <a:ext uri="{9D8B030D-6E8A-4147-A177-3AD203B41FA5}">
                          <a16:colId xmlns:a16="http://schemas.microsoft.com/office/drawing/2014/main" val="1815423872"/>
                        </a:ext>
                      </a:extLst>
                    </a:gridCol>
                    <a:gridCol w="561733">
                      <a:extLst>
                        <a:ext uri="{9D8B030D-6E8A-4147-A177-3AD203B41FA5}">
                          <a16:colId xmlns:a16="http://schemas.microsoft.com/office/drawing/2014/main" val="1884723031"/>
                        </a:ext>
                      </a:extLst>
                    </a:gridCol>
                    <a:gridCol w="561733">
                      <a:extLst>
                        <a:ext uri="{9D8B030D-6E8A-4147-A177-3AD203B41FA5}">
                          <a16:colId xmlns:a16="http://schemas.microsoft.com/office/drawing/2014/main" val="3147811208"/>
                        </a:ext>
                      </a:extLst>
                    </a:gridCol>
                    <a:gridCol w="561733">
                      <a:extLst>
                        <a:ext uri="{9D8B030D-6E8A-4147-A177-3AD203B41FA5}">
                          <a16:colId xmlns:a16="http://schemas.microsoft.com/office/drawing/2014/main" val="105240590"/>
                        </a:ext>
                      </a:extLst>
                    </a:gridCol>
                    <a:gridCol w="561733">
                      <a:extLst>
                        <a:ext uri="{9D8B030D-6E8A-4147-A177-3AD203B41FA5}">
                          <a16:colId xmlns:a16="http://schemas.microsoft.com/office/drawing/2014/main" val="1723551580"/>
                        </a:ext>
                      </a:extLst>
                    </a:gridCol>
                    <a:gridCol w="561733">
                      <a:extLst>
                        <a:ext uri="{9D8B030D-6E8A-4147-A177-3AD203B41FA5}">
                          <a16:colId xmlns:a16="http://schemas.microsoft.com/office/drawing/2014/main" val="313799687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71" t="-1613" r="-539806" b="-32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11828" t="-1613" r="-497849" b="-32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 sz="140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fr-FR" sz="1400" dirty="0">
                              <a:solidFill>
                                <a:schemeClr val="tx1"/>
                              </a:solidFill>
                              <a:latin typeface="+mn-lt"/>
                            </a:rPr>
                            <a:t>….</a:t>
                          </a: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fr-FR" sz="140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fr-FR" sz="1400" dirty="0"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615217" t="-1613" r="-2174" b="-322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2164060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4" name="Tableau 23">
                <a:extLst>
                  <a:ext uri="{FF2B5EF4-FFF2-40B4-BE49-F238E27FC236}">
                    <a16:creationId xmlns:a16="http://schemas.microsoft.com/office/drawing/2014/main" id="{BCC54555-E105-CF79-DCCA-295C3B9FE9F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79351094"/>
                  </p:ext>
                </p:extLst>
              </p:nvPr>
            </p:nvGraphicFramePr>
            <p:xfrm>
              <a:off x="3936279" y="3773355"/>
              <a:ext cx="3999730" cy="3708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71390">
                      <a:extLst>
                        <a:ext uri="{9D8B030D-6E8A-4147-A177-3AD203B41FA5}">
                          <a16:colId xmlns:a16="http://schemas.microsoft.com/office/drawing/2014/main" val="2396127714"/>
                        </a:ext>
                      </a:extLst>
                    </a:gridCol>
                    <a:gridCol w="571390">
                      <a:extLst>
                        <a:ext uri="{9D8B030D-6E8A-4147-A177-3AD203B41FA5}">
                          <a16:colId xmlns:a16="http://schemas.microsoft.com/office/drawing/2014/main" val="1815423872"/>
                        </a:ext>
                      </a:extLst>
                    </a:gridCol>
                    <a:gridCol w="571390">
                      <a:extLst>
                        <a:ext uri="{9D8B030D-6E8A-4147-A177-3AD203B41FA5}">
                          <a16:colId xmlns:a16="http://schemas.microsoft.com/office/drawing/2014/main" val="1884723031"/>
                        </a:ext>
                      </a:extLst>
                    </a:gridCol>
                    <a:gridCol w="571390">
                      <a:extLst>
                        <a:ext uri="{9D8B030D-6E8A-4147-A177-3AD203B41FA5}">
                          <a16:colId xmlns:a16="http://schemas.microsoft.com/office/drawing/2014/main" val="3147811208"/>
                        </a:ext>
                      </a:extLst>
                    </a:gridCol>
                    <a:gridCol w="571390">
                      <a:extLst>
                        <a:ext uri="{9D8B030D-6E8A-4147-A177-3AD203B41FA5}">
                          <a16:colId xmlns:a16="http://schemas.microsoft.com/office/drawing/2014/main" val="105240590"/>
                        </a:ext>
                      </a:extLst>
                    </a:gridCol>
                    <a:gridCol w="571390">
                      <a:extLst>
                        <a:ext uri="{9D8B030D-6E8A-4147-A177-3AD203B41FA5}">
                          <a16:colId xmlns:a16="http://schemas.microsoft.com/office/drawing/2014/main" val="1723551580"/>
                        </a:ext>
                      </a:extLst>
                    </a:gridCol>
                    <a:gridCol w="571390">
                      <a:extLst>
                        <a:ext uri="{9D8B030D-6E8A-4147-A177-3AD203B41FA5}">
                          <a16:colId xmlns:a16="http://schemas.microsoft.com/office/drawing/2014/main" val="313799687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sz="1400" b="1" i="1" kern="1200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400" b="1" i="1" kern="1200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𝒀</m:t>
                                    </m:r>
                                  </m:e>
                                  <m:sub>
                                    <m:r>
                                      <a:rPr lang="fr-FR" sz="1400" b="1" i="1" kern="1200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fr-FR" sz="1400" b="1" i="1" kern="1200" dirty="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sz="1400" b="1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400" b="1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𝒀</m:t>
                                    </m:r>
                                  </m:e>
                                  <m:sub>
                                    <m:r>
                                      <a:rPr lang="fr-FR" sz="1400" b="1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fr-FR" sz="1400" dirty="0"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fr-FR" sz="140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fr-FR" sz="1400" dirty="0">
                              <a:solidFill>
                                <a:schemeClr val="tx1"/>
                              </a:solidFill>
                              <a:latin typeface="+mn-lt"/>
                            </a:rPr>
                            <a:t>….</a:t>
                          </a: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fr-FR" sz="140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fr-FR" sz="1400" dirty="0"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sz="1400" b="1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400" b="1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𝒀</m:t>
                                    </m:r>
                                  </m:e>
                                  <m:sub>
                                    <m:r>
                                      <a:rPr lang="fr-FR" sz="1400" b="1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𝑵</m:t>
                                    </m:r>
                                    <m:r>
                                      <a:rPr lang="fr-FR" sz="1400" b="1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fr-FR" sz="1400" b="1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fr-FR" sz="1400" dirty="0"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2164060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4" name="Tableau 23">
                <a:extLst>
                  <a:ext uri="{FF2B5EF4-FFF2-40B4-BE49-F238E27FC236}">
                    <a16:creationId xmlns:a16="http://schemas.microsoft.com/office/drawing/2014/main" id="{BCC54555-E105-CF79-DCCA-295C3B9FE9F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79351094"/>
                  </p:ext>
                </p:extLst>
              </p:nvPr>
            </p:nvGraphicFramePr>
            <p:xfrm>
              <a:off x="3936279" y="3773355"/>
              <a:ext cx="3999730" cy="3708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71390">
                      <a:extLst>
                        <a:ext uri="{9D8B030D-6E8A-4147-A177-3AD203B41FA5}">
                          <a16:colId xmlns:a16="http://schemas.microsoft.com/office/drawing/2014/main" val="2396127714"/>
                        </a:ext>
                      </a:extLst>
                    </a:gridCol>
                    <a:gridCol w="571390">
                      <a:extLst>
                        <a:ext uri="{9D8B030D-6E8A-4147-A177-3AD203B41FA5}">
                          <a16:colId xmlns:a16="http://schemas.microsoft.com/office/drawing/2014/main" val="1815423872"/>
                        </a:ext>
                      </a:extLst>
                    </a:gridCol>
                    <a:gridCol w="571390">
                      <a:extLst>
                        <a:ext uri="{9D8B030D-6E8A-4147-A177-3AD203B41FA5}">
                          <a16:colId xmlns:a16="http://schemas.microsoft.com/office/drawing/2014/main" val="1884723031"/>
                        </a:ext>
                      </a:extLst>
                    </a:gridCol>
                    <a:gridCol w="571390">
                      <a:extLst>
                        <a:ext uri="{9D8B030D-6E8A-4147-A177-3AD203B41FA5}">
                          <a16:colId xmlns:a16="http://schemas.microsoft.com/office/drawing/2014/main" val="3147811208"/>
                        </a:ext>
                      </a:extLst>
                    </a:gridCol>
                    <a:gridCol w="571390">
                      <a:extLst>
                        <a:ext uri="{9D8B030D-6E8A-4147-A177-3AD203B41FA5}">
                          <a16:colId xmlns:a16="http://schemas.microsoft.com/office/drawing/2014/main" val="105240590"/>
                        </a:ext>
                      </a:extLst>
                    </a:gridCol>
                    <a:gridCol w="571390">
                      <a:extLst>
                        <a:ext uri="{9D8B030D-6E8A-4147-A177-3AD203B41FA5}">
                          <a16:colId xmlns:a16="http://schemas.microsoft.com/office/drawing/2014/main" val="1723551580"/>
                        </a:ext>
                      </a:extLst>
                    </a:gridCol>
                    <a:gridCol w="571390">
                      <a:extLst>
                        <a:ext uri="{9D8B030D-6E8A-4147-A177-3AD203B41FA5}">
                          <a16:colId xmlns:a16="http://schemas.microsoft.com/office/drawing/2014/main" val="313799687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64" t="-1613" r="-601064" b="-32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1064" t="-1613" r="-501064" b="-32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 sz="140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fr-FR" sz="1400" dirty="0">
                              <a:solidFill>
                                <a:schemeClr val="tx1"/>
                              </a:solidFill>
                              <a:latin typeface="+mn-lt"/>
                            </a:rPr>
                            <a:t>….</a:t>
                          </a: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fr-FR" sz="140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fr-FR" sz="1400" dirty="0"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600000" t="-1613" r="-2128" b="-322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21640606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9" name="Rectangle 8">
            <a:extLst>
              <a:ext uri="{FF2B5EF4-FFF2-40B4-BE49-F238E27FC236}">
                <a16:creationId xmlns:a16="http://schemas.microsoft.com/office/drawing/2014/main" id="{350F6CB0-9E08-05A6-7892-FA2510139E06}"/>
              </a:ext>
            </a:extLst>
          </p:cNvPr>
          <p:cNvSpPr/>
          <p:nvPr/>
        </p:nvSpPr>
        <p:spPr>
          <a:xfrm>
            <a:off x="1951128" y="826258"/>
            <a:ext cx="3878985" cy="838848"/>
          </a:xfrm>
          <a:prstGeom prst="rect">
            <a:avLst/>
          </a:prstGeom>
          <a:solidFill>
            <a:schemeClr val="accent5">
              <a:alpha val="20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48ACCEB-4D22-6B6F-05D3-BD9F2D09D0A6}"/>
              </a:ext>
            </a:extLst>
          </p:cNvPr>
          <p:cNvSpPr/>
          <p:nvPr/>
        </p:nvSpPr>
        <p:spPr>
          <a:xfrm>
            <a:off x="2514284" y="1702284"/>
            <a:ext cx="3866779" cy="832522"/>
          </a:xfrm>
          <a:prstGeom prst="rect">
            <a:avLst/>
          </a:prstGeom>
          <a:solidFill>
            <a:schemeClr val="accent5">
              <a:alpha val="20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au 4">
                <a:extLst>
                  <a:ext uri="{FF2B5EF4-FFF2-40B4-BE49-F238E27FC236}">
                    <a16:creationId xmlns:a16="http://schemas.microsoft.com/office/drawing/2014/main" id="{95CFD3DD-5106-AFD7-2F9C-78CA9309044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64694608"/>
                  </p:ext>
                </p:extLst>
              </p:nvPr>
            </p:nvGraphicFramePr>
            <p:xfrm>
              <a:off x="1951129" y="832583"/>
              <a:ext cx="3866779" cy="3708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52397">
                      <a:extLst>
                        <a:ext uri="{9D8B030D-6E8A-4147-A177-3AD203B41FA5}">
                          <a16:colId xmlns:a16="http://schemas.microsoft.com/office/drawing/2014/main" val="2396127714"/>
                        </a:ext>
                      </a:extLst>
                    </a:gridCol>
                    <a:gridCol w="552397">
                      <a:extLst>
                        <a:ext uri="{9D8B030D-6E8A-4147-A177-3AD203B41FA5}">
                          <a16:colId xmlns:a16="http://schemas.microsoft.com/office/drawing/2014/main" val="1815423872"/>
                        </a:ext>
                      </a:extLst>
                    </a:gridCol>
                    <a:gridCol w="552397">
                      <a:extLst>
                        <a:ext uri="{9D8B030D-6E8A-4147-A177-3AD203B41FA5}">
                          <a16:colId xmlns:a16="http://schemas.microsoft.com/office/drawing/2014/main" val="1884723031"/>
                        </a:ext>
                      </a:extLst>
                    </a:gridCol>
                    <a:gridCol w="552397">
                      <a:extLst>
                        <a:ext uri="{9D8B030D-6E8A-4147-A177-3AD203B41FA5}">
                          <a16:colId xmlns:a16="http://schemas.microsoft.com/office/drawing/2014/main" val="3147811208"/>
                        </a:ext>
                      </a:extLst>
                    </a:gridCol>
                    <a:gridCol w="552397">
                      <a:extLst>
                        <a:ext uri="{9D8B030D-6E8A-4147-A177-3AD203B41FA5}">
                          <a16:colId xmlns:a16="http://schemas.microsoft.com/office/drawing/2014/main" val="105240590"/>
                        </a:ext>
                      </a:extLst>
                    </a:gridCol>
                    <a:gridCol w="552397">
                      <a:extLst>
                        <a:ext uri="{9D8B030D-6E8A-4147-A177-3AD203B41FA5}">
                          <a16:colId xmlns:a16="http://schemas.microsoft.com/office/drawing/2014/main" val="1723551580"/>
                        </a:ext>
                      </a:extLst>
                    </a:gridCol>
                    <a:gridCol w="552397">
                      <a:extLst>
                        <a:ext uri="{9D8B030D-6E8A-4147-A177-3AD203B41FA5}">
                          <a16:colId xmlns:a16="http://schemas.microsoft.com/office/drawing/2014/main" val="313799687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sz="1400" b="1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400" b="1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𝑿</m:t>
                                    </m:r>
                                  </m:e>
                                  <m:sub>
                                    <m:r>
                                      <a:rPr lang="fr-FR" sz="1400" b="1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fr-FR" sz="140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sz="1400" b="1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400" b="1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𝑿</m:t>
                                    </m:r>
                                  </m:e>
                                  <m:sub>
                                    <m:r>
                                      <a:rPr lang="fr-FR" sz="1400" b="1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fr-FR" sz="1400" dirty="0"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fr-FR" sz="140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fr-FR" sz="1400" dirty="0">
                              <a:solidFill>
                                <a:schemeClr val="tx1"/>
                              </a:solidFill>
                              <a:latin typeface="+mn-lt"/>
                            </a:rPr>
                            <a:t>….</a:t>
                          </a: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fr-FR" sz="140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fr-FR" sz="1400" dirty="0"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sz="1400" b="1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400" b="1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𝑿</m:t>
                                    </m:r>
                                  </m:e>
                                  <m:sub>
                                    <m:r>
                                      <a:rPr lang="fr-FR" sz="1400" b="1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fr-FR" sz="1400" dirty="0"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2164060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au 4">
                <a:extLst>
                  <a:ext uri="{FF2B5EF4-FFF2-40B4-BE49-F238E27FC236}">
                    <a16:creationId xmlns:a16="http://schemas.microsoft.com/office/drawing/2014/main" id="{95CFD3DD-5106-AFD7-2F9C-78CA9309044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64694608"/>
                  </p:ext>
                </p:extLst>
              </p:nvPr>
            </p:nvGraphicFramePr>
            <p:xfrm>
              <a:off x="1951129" y="832583"/>
              <a:ext cx="3866779" cy="3708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52397">
                      <a:extLst>
                        <a:ext uri="{9D8B030D-6E8A-4147-A177-3AD203B41FA5}">
                          <a16:colId xmlns:a16="http://schemas.microsoft.com/office/drawing/2014/main" val="2396127714"/>
                        </a:ext>
                      </a:extLst>
                    </a:gridCol>
                    <a:gridCol w="552397">
                      <a:extLst>
                        <a:ext uri="{9D8B030D-6E8A-4147-A177-3AD203B41FA5}">
                          <a16:colId xmlns:a16="http://schemas.microsoft.com/office/drawing/2014/main" val="1815423872"/>
                        </a:ext>
                      </a:extLst>
                    </a:gridCol>
                    <a:gridCol w="552397">
                      <a:extLst>
                        <a:ext uri="{9D8B030D-6E8A-4147-A177-3AD203B41FA5}">
                          <a16:colId xmlns:a16="http://schemas.microsoft.com/office/drawing/2014/main" val="1884723031"/>
                        </a:ext>
                      </a:extLst>
                    </a:gridCol>
                    <a:gridCol w="552397">
                      <a:extLst>
                        <a:ext uri="{9D8B030D-6E8A-4147-A177-3AD203B41FA5}">
                          <a16:colId xmlns:a16="http://schemas.microsoft.com/office/drawing/2014/main" val="3147811208"/>
                        </a:ext>
                      </a:extLst>
                    </a:gridCol>
                    <a:gridCol w="552397">
                      <a:extLst>
                        <a:ext uri="{9D8B030D-6E8A-4147-A177-3AD203B41FA5}">
                          <a16:colId xmlns:a16="http://schemas.microsoft.com/office/drawing/2014/main" val="105240590"/>
                        </a:ext>
                      </a:extLst>
                    </a:gridCol>
                    <a:gridCol w="552397">
                      <a:extLst>
                        <a:ext uri="{9D8B030D-6E8A-4147-A177-3AD203B41FA5}">
                          <a16:colId xmlns:a16="http://schemas.microsoft.com/office/drawing/2014/main" val="1723551580"/>
                        </a:ext>
                      </a:extLst>
                    </a:gridCol>
                    <a:gridCol w="552397">
                      <a:extLst>
                        <a:ext uri="{9D8B030D-6E8A-4147-A177-3AD203B41FA5}">
                          <a16:colId xmlns:a16="http://schemas.microsoft.com/office/drawing/2014/main" val="313799687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1099" t="-1613" r="-600000" b="-32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102222" t="-1613" r="-506667" b="-32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 sz="140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fr-FR" sz="1400" dirty="0">
                              <a:solidFill>
                                <a:schemeClr val="tx1"/>
                              </a:solidFill>
                              <a:latin typeface="+mn-lt"/>
                            </a:rPr>
                            <a:t>….</a:t>
                          </a: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fr-FR" sz="140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fr-FR" sz="1400" dirty="0"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98901" t="-1613" r="-2198" b="-322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2164060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" name="Tableau 7">
                <a:extLst>
                  <a:ext uri="{FF2B5EF4-FFF2-40B4-BE49-F238E27FC236}">
                    <a16:creationId xmlns:a16="http://schemas.microsoft.com/office/drawing/2014/main" id="{D0DCAD0E-1F31-2AEB-A6FA-CAB212FB799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60691532"/>
                  </p:ext>
                </p:extLst>
              </p:nvPr>
            </p:nvGraphicFramePr>
            <p:xfrm>
              <a:off x="1951128" y="1294265"/>
              <a:ext cx="3866779" cy="3708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52397">
                      <a:extLst>
                        <a:ext uri="{9D8B030D-6E8A-4147-A177-3AD203B41FA5}">
                          <a16:colId xmlns:a16="http://schemas.microsoft.com/office/drawing/2014/main" val="2396127714"/>
                        </a:ext>
                      </a:extLst>
                    </a:gridCol>
                    <a:gridCol w="552397">
                      <a:extLst>
                        <a:ext uri="{9D8B030D-6E8A-4147-A177-3AD203B41FA5}">
                          <a16:colId xmlns:a16="http://schemas.microsoft.com/office/drawing/2014/main" val="1815423872"/>
                        </a:ext>
                      </a:extLst>
                    </a:gridCol>
                    <a:gridCol w="552397">
                      <a:extLst>
                        <a:ext uri="{9D8B030D-6E8A-4147-A177-3AD203B41FA5}">
                          <a16:colId xmlns:a16="http://schemas.microsoft.com/office/drawing/2014/main" val="1884723031"/>
                        </a:ext>
                      </a:extLst>
                    </a:gridCol>
                    <a:gridCol w="552397">
                      <a:extLst>
                        <a:ext uri="{9D8B030D-6E8A-4147-A177-3AD203B41FA5}">
                          <a16:colId xmlns:a16="http://schemas.microsoft.com/office/drawing/2014/main" val="3147811208"/>
                        </a:ext>
                      </a:extLst>
                    </a:gridCol>
                    <a:gridCol w="552397">
                      <a:extLst>
                        <a:ext uri="{9D8B030D-6E8A-4147-A177-3AD203B41FA5}">
                          <a16:colId xmlns:a16="http://schemas.microsoft.com/office/drawing/2014/main" val="105240590"/>
                        </a:ext>
                      </a:extLst>
                    </a:gridCol>
                    <a:gridCol w="552397">
                      <a:extLst>
                        <a:ext uri="{9D8B030D-6E8A-4147-A177-3AD203B41FA5}">
                          <a16:colId xmlns:a16="http://schemas.microsoft.com/office/drawing/2014/main" val="1723551580"/>
                        </a:ext>
                      </a:extLst>
                    </a:gridCol>
                    <a:gridCol w="552397">
                      <a:extLst>
                        <a:ext uri="{9D8B030D-6E8A-4147-A177-3AD203B41FA5}">
                          <a16:colId xmlns:a16="http://schemas.microsoft.com/office/drawing/2014/main" val="313799687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sz="1400" b="1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400" b="1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𝒀</m:t>
                                    </m:r>
                                  </m:e>
                                  <m:sub>
                                    <m:r>
                                      <a:rPr lang="fr-FR" sz="1400" b="1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fr-FR" sz="140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sz="1400" b="1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400" b="1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𝒀</m:t>
                                    </m:r>
                                  </m:e>
                                  <m:sub>
                                    <m:r>
                                      <a:rPr lang="fr-FR" sz="1400" b="1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fr-FR" sz="1400" dirty="0"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fr-FR" sz="140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fr-FR" sz="1400" dirty="0">
                              <a:solidFill>
                                <a:schemeClr val="tx1"/>
                              </a:solidFill>
                              <a:latin typeface="+mn-lt"/>
                            </a:rPr>
                            <a:t>….</a:t>
                          </a: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fr-FR" sz="140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fr-FR" sz="1400" dirty="0"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sz="1400" b="1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400" b="1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𝒀</m:t>
                                    </m:r>
                                  </m:e>
                                  <m:sub>
                                    <m:r>
                                      <a:rPr lang="fr-FR" sz="1400" b="1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fr-FR" sz="1400" dirty="0"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2164060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" name="Tableau 7">
                <a:extLst>
                  <a:ext uri="{FF2B5EF4-FFF2-40B4-BE49-F238E27FC236}">
                    <a16:creationId xmlns:a16="http://schemas.microsoft.com/office/drawing/2014/main" id="{D0DCAD0E-1F31-2AEB-A6FA-CAB212FB799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60691532"/>
                  </p:ext>
                </p:extLst>
              </p:nvPr>
            </p:nvGraphicFramePr>
            <p:xfrm>
              <a:off x="1951128" y="1294265"/>
              <a:ext cx="3866779" cy="3708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52397">
                      <a:extLst>
                        <a:ext uri="{9D8B030D-6E8A-4147-A177-3AD203B41FA5}">
                          <a16:colId xmlns:a16="http://schemas.microsoft.com/office/drawing/2014/main" val="2396127714"/>
                        </a:ext>
                      </a:extLst>
                    </a:gridCol>
                    <a:gridCol w="552397">
                      <a:extLst>
                        <a:ext uri="{9D8B030D-6E8A-4147-A177-3AD203B41FA5}">
                          <a16:colId xmlns:a16="http://schemas.microsoft.com/office/drawing/2014/main" val="1815423872"/>
                        </a:ext>
                      </a:extLst>
                    </a:gridCol>
                    <a:gridCol w="552397">
                      <a:extLst>
                        <a:ext uri="{9D8B030D-6E8A-4147-A177-3AD203B41FA5}">
                          <a16:colId xmlns:a16="http://schemas.microsoft.com/office/drawing/2014/main" val="1884723031"/>
                        </a:ext>
                      </a:extLst>
                    </a:gridCol>
                    <a:gridCol w="552397">
                      <a:extLst>
                        <a:ext uri="{9D8B030D-6E8A-4147-A177-3AD203B41FA5}">
                          <a16:colId xmlns:a16="http://schemas.microsoft.com/office/drawing/2014/main" val="3147811208"/>
                        </a:ext>
                      </a:extLst>
                    </a:gridCol>
                    <a:gridCol w="552397">
                      <a:extLst>
                        <a:ext uri="{9D8B030D-6E8A-4147-A177-3AD203B41FA5}">
                          <a16:colId xmlns:a16="http://schemas.microsoft.com/office/drawing/2014/main" val="105240590"/>
                        </a:ext>
                      </a:extLst>
                    </a:gridCol>
                    <a:gridCol w="552397">
                      <a:extLst>
                        <a:ext uri="{9D8B030D-6E8A-4147-A177-3AD203B41FA5}">
                          <a16:colId xmlns:a16="http://schemas.microsoft.com/office/drawing/2014/main" val="1723551580"/>
                        </a:ext>
                      </a:extLst>
                    </a:gridCol>
                    <a:gridCol w="552397">
                      <a:extLst>
                        <a:ext uri="{9D8B030D-6E8A-4147-A177-3AD203B41FA5}">
                          <a16:colId xmlns:a16="http://schemas.microsoft.com/office/drawing/2014/main" val="313799687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1099" t="-1613" r="-600000" b="-32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102222" t="-1613" r="-506667" b="-32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 sz="140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fr-FR" sz="1400" dirty="0">
                              <a:solidFill>
                                <a:schemeClr val="tx1"/>
                              </a:solidFill>
                              <a:latin typeface="+mn-lt"/>
                            </a:rPr>
                            <a:t>….</a:t>
                          </a: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fr-FR" sz="140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fr-FR" sz="1400" dirty="0"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598901" t="-1613" r="-2198" b="-322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2164060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7" name="Tableau 16">
                <a:extLst>
                  <a:ext uri="{FF2B5EF4-FFF2-40B4-BE49-F238E27FC236}">
                    <a16:creationId xmlns:a16="http://schemas.microsoft.com/office/drawing/2014/main" id="{221B2D20-DC4A-0A9A-CA91-7F81E77A319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70815396"/>
                  </p:ext>
                </p:extLst>
              </p:nvPr>
            </p:nvGraphicFramePr>
            <p:xfrm>
              <a:off x="2514284" y="2163966"/>
              <a:ext cx="3866779" cy="3708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52397">
                      <a:extLst>
                        <a:ext uri="{9D8B030D-6E8A-4147-A177-3AD203B41FA5}">
                          <a16:colId xmlns:a16="http://schemas.microsoft.com/office/drawing/2014/main" val="2396127714"/>
                        </a:ext>
                      </a:extLst>
                    </a:gridCol>
                    <a:gridCol w="552397">
                      <a:extLst>
                        <a:ext uri="{9D8B030D-6E8A-4147-A177-3AD203B41FA5}">
                          <a16:colId xmlns:a16="http://schemas.microsoft.com/office/drawing/2014/main" val="1815423872"/>
                        </a:ext>
                      </a:extLst>
                    </a:gridCol>
                    <a:gridCol w="552397">
                      <a:extLst>
                        <a:ext uri="{9D8B030D-6E8A-4147-A177-3AD203B41FA5}">
                          <a16:colId xmlns:a16="http://schemas.microsoft.com/office/drawing/2014/main" val="1884723031"/>
                        </a:ext>
                      </a:extLst>
                    </a:gridCol>
                    <a:gridCol w="552397">
                      <a:extLst>
                        <a:ext uri="{9D8B030D-6E8A-4147-A177-3AD203B41FA5}">
                          <a16:colId xmlns:a16="http://schemas.microsoft.com/office/drawing/2014/main" val="3147811208"/>
                        </a:ext>
                      </a:extLst>
                    </a:gridCol>
                    <a:gridCol w="552397">
                      <a:extLst>
                        <a:ext uri="{9D8B030D-6E8A-4147-A177-3AD203B41FA5}">
                          <a16:colId xmlns:a16="http://schemas.microsoft.com/office/drawing/2014/main" val="105240590"/>
                        </a:ext>
                      </a:extLst>
                    </a:gridCol>
                    <a:gridCol w="552397">
                      <a:extLst>
                        <a:ext uri="{9D8B030D-6E8A-4147-A177-3AD203B41FA5}">
                          <a16:colId xmlns:a16="http://schemas.microsoft.com/office/drawing/2014/main" val="1723551580"/>
                        </a:ext>
                      </a:extLst>
                    </a:gridCol>
                    <a:gridCol w="552397">
                      <a:extLst>
                        <a:ext uri="{9D8B030D-6E8A-4147-A177-3AD203B41FA5}">
                          <a16:colId xmlns:a16="http://schemas.microsoft.com/office/drawing/2014/main" val="313799687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sz="1400" b="1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400" b="1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𝒀</m:t>
                                    </m:r>
                                  </m:e>
                                  <m:sub>
                                    <m:r>
                                      <a:rPr lang="fr-FR" sz="1400" b="1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fr-FR" sz="140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sz="1400" b="1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400" b="1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𝒀</m:t>
                                    </m:r>
                                  </m:e>
                                  <m:sub>
                                    <m:r>
                                      <a:rPr lang="fr-FR" sz="1400" b="1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fr-FR" sz="1400" dirty="0"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fr-FR" sz="140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fr-FR" sz="1400" dirty="0">
                              <a:solidFill>
                                <a:schemeClr val="tx1"/>
                              </a:solidFill>
                              <a:latin typeface="+mn-lt"/>
                            </a:rPr>
                            <a:t>….</a:t>
                          </a: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fr-FR" sz="140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fr-FR" sz="1400" dirty="0"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sz="1400" b="1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400" b="1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𝒀</m:t>
                                    </m:r>
                                  </m:e>
                                  <m:sub>
                                    <m:r>
                                      <a:rPr lang="fr-FR" sz="1400" b="1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  <m:r>
                                      <a:rPr lang="fr-FR" sz="1400" b="1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fr-FR" sz="1400" b="1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fr-FR" sz="1400" dirty="0"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2164060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7" name="Tableau 16">
                <a:extLst>
                  <a:ext uri="{FF2B5EF4-FFF2-40B4-BE49-F238E27FC236}">
                    <a16:creationId xmlns:a16="http://schemas.microsoft.com/office/drawing/2014/main" id="{221B2D20-DC4A-0A9A-CA91-7F81E77A319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70815396"/>
                  </p:ext>
                </p:extLst>
              </p:nvPr>
            </p:nvGraphicFramePr>
            <p:xfrm>
              <a:off x="2514284" y="2163966"/>
              <a:ext cx="3866779" cy="3708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52397">
                      <a:extLst>
                        <a:ext uri="{9D8B030D-6E8A-4147-A177-3AD203B41FA5}">
                          <a16:colId xmlns:a16="http://schemas.microsoft.com/office/drawing/2014/main" val="2396127714"/>
                        </a:ext>
                      </a:extLst>
                    </a:gridCol>
                    <a:gridCol w="552397">
                      <a:extLst>
                        <a:ext uri="{9D8B030D-6E8A-4147-A177-3AD203B41FA5}">
                          <a16:colId xmlns:a16="http://schemas.microsoft.com/office/drawing/2014/main" val="1815423872"/>
                        </a:ext>
                      </a:extLst>
                    </a:gridCol>
                    <a:gridCol w="552397">
                      <a:extLst>
                        <a:ext uri="{9D8B030D-6E8A-4147-A177-3AD203B41FA5}">
                          <a16:colId xmlns:a16="http://schemas.microsoft.com/office/drawing/2014/main" val="1884723031"/>
                        </a:ext>
                      </a:extLst>
                    </a:gridCol>
                    <a:gridCol w="552397">
                      <a:extLst>
                        <a:ext uri="{9D8B030D-6E8A-4147-A177-3AD203B41FA5}">
                          <a16:colId xmlns:a16="http://schemas.microsoft.com/office/drawing/2014/main" val="3147811208"/>
                        </a:ext>
                      </a:extLst>
                    </a:gridCol>
                    <a:gridCol w="552397">
                      <a:extLst>
                        <a:ext uri="{9D8B030D-6E8A-4147-A177-3AD203B41FA5}">
                          <a16:colId xmlns:a16="http://schemas.microsoft.com/office/drawing/2014/main" val="105240590"/>
                        </a:ext>
                      </a:extLst>
                    </a:gridCol>
                    <a:gridCol w="552397">
                      <a:extLst>
                        <a:ext uri="{9D8B030D-6E8A-4147-A177-3AD203B41FA5}">
                          <a16:colId xmlns:a16="http://schemas.microsoft.com/office/drawing/2014/main" val="1723551580"/>
                        </a:ext>
                      </a:extLst>
                    </a:gridCol>
                    <a:gridCol w="552397">
                      <a:extLst>
                        <a:ext uri="{9D8B030D-6E8A-4147-A177-3AD203B41FA5}">
                          <a16:colId xmlns:a16="http://schemas.microsoft.com/office/drawing/2014/main" val="313799687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6"/>
                          <a:stretch>
                            <a:fillRect l="-1099" t="-1613" r="-600000" b="-32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6"/>
                          <a:stretch>
                            <a:fillRect l="-102222" t="-1613" r="-506667" b="-32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 sz="140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fr-FR" sz="1400" dirty="0">
                              <a:solidFill>
                                <a:schemeClr val="tx1"/>
                              </a:solidFill>
                              <a:latin typeface="+mn-lt"/>
                            </a:rPr>
                            <a:t>….</a:t>
                          </a: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fr-FR" sz="140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fr-FR" sz="1400" dirty="0"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6"/>
                          <a:stretch>
                            <a:fillRect l="-598901" t="-1613" r="-2198" b="-322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21640606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14" name="Connecteur droit avec flèche 13">
            <a:extLst>
              <a:ext uri="{FF2B5EF4-FFF2-40B4-BE49-F238E27FC236}">
                <a16:creationId xmlns:a16="http://schemas.microsoft.com/office/drawing/2014/main" id="{DFE15469-5F62-54C9-D9D0-6E92BD859A50}"/>
              </a:ext>
            </a:extLst>
          </p:cNvPr>
          <p:cNvCxnSpPr>
            <a:cxnSpLocks/>
            <a:stCxn id="9" idx="3"/>
            <a:endCxn id="18" idx="1"/>
          </p:cNvCxnSpPr>
          <p:nvPr/>
        </p:nvCxnSpPr>
        <p:spPr>
          <a:xfrm>
            <a:off x="5830113" y="1245682"/>
            <a:ext cx="2963692" cy="3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6" name="Tableau 15">
                <a:extLst>
                  <a:ext uri="{FF2B5EF4-FFF2-40B4-BE49-F238E27FC236}">
                    <a16:creationId xmlns:a16="http://schemas.microsoft.com/office/drawing/2014/main" id="{32A4DA43-802B-EADA-4C0E-73A5B52DEA2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89762486"/>
                  </p:ext>
                </p:extLst>
              </p:nvPr>
            </p:nvGraphicFramePr>
            <p:xfrm>
              <a:off x="2514285" y="1702284"/>
              <a:ext cx="3866779" cy="3708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52397">
                      <a:extLst>
                        <a:ext uri="{9D8B030D-6E8A-4147-A177-3AD203B41FA5}">
                          <a16:colId xmlns:a16="http://schemas.microsoft.com/office/drawing/2014/main" val="2396127714"/>
                        </a:ext>
                      </a:extLst>
                    </a:gridCol>
                    <a:gridCol w="552397">
                      <a:extLst>
                        <a:ext uri="{9D8B030D-6E8A-4147-A177-3AD203B41FA5}">
                          <a16:colId xmlns:a16="http://schemas.microsoft.com/office/drawing/2014/main" val="1815423872"/>
                        </a:ext>
                      </a:extLst>
                    </a:gridCol>
                    <a:gridCol w="552397">
                      <a:extLst>
                        <a:ext uri="{9D8B030D-6E8A-4147-A177-3AD203B41FA5}">
                          <a16:colId xmlns:a16="http://schemas.microsoft.com/office/drawing/2014/main" val="1884723031"/>
                        </a:ext>
                      </a:extLst>
                    </a:gridCol>
                    <a:gridCol w="552397">
                      <a:extLst>
                        <a:ext uri="{9D8B030D-6E8A-4147-A177-3AD203B41FA5}">
                          <a16:colId xmlns:a16="http://schemas.microsoft.com/office/drawing/2014/main" val="3147811208"/>
                        </a:ext>
                      </a:extLst>
                    </a:gridCol>
                    <a:gridCol w="552397">
                      <a:extLst>
                        <a:ext uri="{9D8B030D-6E8A-4147-A177-3AD203B41FA5}">
                          <a16:colId xmlns:a16="http://schemas.microsoft.com/office/drawing/2014/main" val="105240590"/>
                        </a:ext>
                      </a:extLst>
                    </a:gridCol>
                    <a:gridCol w="552397">
                      <a:extLst>
                        <a:ext uri="{9D8B030D-6E8A-4147-A177-3AD203B41FA5}">
                          <a16:colId xmlns:a16="http://schemas.microsoft.com/office/drawing/2014/main" val="1723551580"/>
                        </a:ext>
                      </a:extLst>
                    </a:gridCol>
                    <a:gridCol w="552397">
                      <a:extLst>
                        <a:ext uri="{9D8B030D-6E8A-4147-A177-3AD203B41FA5}">
                          <a16:colId xmlns:a16="http://schemas.microsoft.com/office/drawing/2014/main" val="313799687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sz="1400" b="1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400" b="1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𝑿</m:t>
                                    </m:r>
                                  </m:e>
                                  <m:sub>
                                    <m:r>
                                      <a:rPr lang="fr-FR" sz="1400" b="1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fr-FR" sz="140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sz="1400" b="1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400" b="1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𝑿</m:t>
                                    </m:r>
                                  </m:e>
                                  <m:sub>
                                    <m:r>
                                      <a:rPr lang="fr-FR" sz="1400" b="1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fr-FR" sz="1400" dirty="0"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fr-FR" sz="140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fr-FR" sz="1400" dirty="0">
                              <a:solidFill>
                                <a:schemeClr val="tx1"/>
                              </a:solidFill>
                              <a:latin typeface="+mn-lt"/>
                            </a:rPr>
                            <a:t>….</a:t>
                          </a: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fr-FR" sz="140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fr-FR" sz="1400" dirty="0"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sz="1400" b="1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400" b="1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𝑿</m:t>
                                    </m:r>
                                  </m:e>
                                  <m:sub>
                                    <m:r>
                                      <a:rPr lang="fr-FR" sz="1400" b="1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  <m:r>
                                      <a:rPr lang="fr-FR" sz="1400" b="1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fr-FR" sz="1400" b="1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fr-FR" sz="1400" dirty="0"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2164060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6" name="Tableau 15">
                <a:extLst>
                  <a:ext uri="{FF2B5EF4-FFF2-40B4-BE49-F238E27FC236}">
                    <a16:creationId xmlns:a16="http://schemas.microsoft.com/office/drawing/2014/main" id="{32A4DA43-802B-EADA-4C0E-73A5B52DEA2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89762486"/>
                  </p:ext>
                </p:extLst>
              </p:nvPr>
            </p:nvGraphicFramePr>
            <p:xfrm>
              <a:off x="2514285" y="1702284"/>
              <a:ext cx="3866779" cy="3708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52397">
                      <a:extLst>
                        <a:ext uri="{9D8B030D-6E8A-4147-A177-3AD203B41FA5}">
                          <a16:colId xmlns:a16="http://schemas.microsoft.com/office/drawing/2014/main" val="2396127714"/>
                        </a:ext>
                      </a:extLst>
                    </a:gridCol>
                    <a:gridCol w="552397">
                      <a:extLst>
                        <a:ext uri="{9D8B030D-6E8A-4147-A177-3AD203B41FA5}">
                          <a16:colId xmlns:a16="http://schemas.microsoft.com/office/drawing/2014/main" val="1815423872"/>
                        </a:ext>
                      </a:extLst>
                    </a:gridCol>
                    <a:gridCol w="552397">
                      <a:extLst>
                        <a:ext uri="{9D8B030D-6E8A-4147-A177-3AD203B41FA5}">
                          <a16:colId xmlns:a16="http://schemas.microsoft.com/office/drawing/2014/main" val="1884723031"/>
                        </a:ext>
                      </a:extLst>
                    </a:gridCol>
                    <a:gridCol w="552397">
                      <a:extLst>
                        <a:ext uri="{9D8B030D-6E8A-4147-A177-3AD203B41FA5}">
                          <a16:colId xmlns:a16="http://schemas.microsoft.com/office/drawing/2014/main" val="3147811208"/>
                        </a:ext>
                      </a:extLst>
                    </a:gridCol>
                    <a:gridCol w="552397">
                      <a:extLst>
                        <a:ext uri="{9D8B030D-6E8A-4147-A177-3AD203B41FA5}">
                          <a16:colId xmlns:a16="http://schemas.microsoft.com/office/drawing/2014/main" val="105240590"/>
                        </a:ext>
                      </a:extLst>
                    </a:gridCol>
                    <a:gridCol w="552397">
                      <a:extLst>
                        <a:ext uri="{9D8B030D-6E8A-4147-A177-3AD203B41FA5}">
                          <a16:colId xmlns:a16="http://schemas.microsoft.com/office/drawing/2014/main" val="1723551580"/>
                        </a:ext>
                      </a:extLst>
                    </a:gridCol>
                    <a:gridCol w="552397">
                      <a:extLst>
                        <a:ext uri="{9D8B030D-6E8A-4147-A177-3AD203B41FA5}">
                          <a16:colId xmlns:a16="http://schemas.microsoft.com/office/drawing/2014/main" val="313799687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7"/>
                          <a:stretch>
                            <a:fillRect l="-1099" t="-3226" r="-600000" b="-32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7"/>
                          <a:stretch>
                            <a:fillRect l="-102222" t="-3226" r="-506667" b="-32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 sz="140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fr-FR" sz="1400" dirty="0">
                              <a:solidFill>
                                <a:schemeClr val="tx1"/>
                              </a:solidFill>
                              <a:latin typeface="+mn-lt"/>
                            </a:rPr>
                            <a:t>….</a:t>
                          </a: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fr-FR" sz="140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fr-FR" sz="1400" dirty="0">
                            <a:latin typeface="+mn-lt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7"/>
                          <a:stretch>
                            <a:fillRect l="-598901" t="-3226" r="-2198" b="-322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2164060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8" name="Tableau 17">
                <a:extLst>
                  <a:ext uri="{FF2B5EF4-FFF2-40B4-BE49-F238E27FC236}">
                    <a16:creationId xmlns:a16="http://schemas.microsoft.com/office/drawing/2014/main" id="{2AE58583-85F6-6748-A826-ADA8EBBE9D3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37256411"/>
                  </p:ext>
                </p:extLst>
              </p:nvPr>
            </p:nvGraphicFramePr>
            <p:xfrm>
              <a:off x="8793805" y="1060651"/>
              <a:ext cx="1615872" cy="3708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15872">
                      <a:extLst>
                        <a:ext uri="{9D8B030D-6E8A-4147-A177-3AD203B41FA5}">
                          <a16:colId xmlns:a16="http://schemas.microsoft.com/office/drawing/2014/main" val="401642235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sz="1400" b="1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400" b="1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𝒀</m:t>
                                    </m:r>
                                  </m:e>
                                  <m:sub>
                                    <m:r>
                                      <a:rPr lang="fr-FR" sz="1400" b="1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  <m:r>
                                      <a:rPr lang="fr-FR" sz="1400" b="1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fr-FR" sz="1400" b="1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fr-FR" sz="14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alpha val="5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5984192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8" name="Tableau 17">
                <a:extLst>
                  <a:ext uri="{FF2B5EF4-FFF2-40B4-BE49-F238E27FC236}">
                    <a16:creationId xmlns:a16="http://schemas.microsoft.com/office/drawing/2014/main" id="{2AE58583-85F6-6748-A826-ADA8EBBE9D3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37256411"/>
                  </p:ext>
                </p:extLst>
              </p:nvPr>
            </p:nvGraphicFramePr>
            <p:xfrm>
              <a:off x="8793805" y="1060651"/>
              <a:ext cx="1615872" cy="3708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15872">
                      <a:extLst>
                        <a:ext uri="{9D8B030D-6E8A-4147-A177-3AD203B41FA5}">
                          <a16:colId xmlns:a16="http://schemas.microsoft.com/office/drawing/2014/main" val="401642235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8"/>
                          <a:stretch>
                            <a:fillRect l="-376" t="-1613" r="-752" b="-322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5984192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9" name="Tableau 18">
                <a:extLst>
                  <a:ext uri="{FF2B5EF4-FFF2-40B4-BE49-F238E27FC236}">
                    <a16:creationId xmlns:a16="http://schemas.microsoft.com/office/drawing/2014/main" id="{C4B74925-10EC-4AD4-55A4-62E3AD08020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04799579"/>
                  </p:ext>
                </p:extLst>
              </p:nvPr>
            </p:nvGraphicFramePr>
            <p:xfrm>
              <a:off x="8793805" y="1925100"/>
              <a:ext cx="1615872" cy="38689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15872">
                      <a:extLst>
                        <a:ext uri="{9D8B030D-6E8A-4147-A177-3AD203B41FA5}">
                          <a16:colId xmlns:a16="http://schemas.microsoft.com/office/drawing/2014/main" val="4016422352"/>
                        </a:ext>
                      </a:extLst>
                    </a:gridCol>
                  </a:tblGrid>
                  <a:tr h="386890">
                    <a:tc>
                      <a:txBody>
                        <a:bodyPr/>
                        <a:lstStyle/>
                        <a:p>
                          <a:pPr marL="0" algn="l" defTabSz="914400" rtl="0" eaLnBrk="1" latinLnBrk="0" hangingPunct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sz="1400" b="1" i="1" kern="1200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400" b="1" i="1" kern="1200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𝒀</m:t>
                                    </m:r>
                                  </m:e>
                                  <m:sub>
                                    <m:r>
                                      <a:rPr lang="fr-FR" sz="1400" b="1" i="1" kern="1200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𝑳</m:t>
                                    </m:r>
                                    <m:r>
                                      <a:rPr lang="fr-FR" sz="1400" b="1" i="1" kern="1200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+</m:t>
                                    </m:r>
                                    <m:r>
                                      <a:rPr lang="fr-FR" sz="1400" b="1" i="1" kern="1200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fr-FR" sz="1400" b="1" i="1" kern="1200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alpha val="5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5984192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9" name="Tableau 18">
                <a:extLst>
                  <a:ext uri="{FF2B5EF4-FFF2-40B4-BE49-F238E27FC236}">
                    <a16:creationId xmlns:a16="http://schemas.microsoft.com/office/drawing/2014/main" id="{C4B74925-10EC-4AD4-55A4-62E3AD08020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04799579"/>
                  </p:ext>
                </p:extLst>
              </p:nvPr>
            </p:nvGraphicFramePr>
            <p:xfrm>
              <a:off x="8793805" y="1925100"/>
              <a:ext cx="1615872" cy="38689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15872">
                      <a:extLst>
                        <a:ext uri="{9D8B030D-6E8A-4147-A177-3AD203B41FA5}">
                          <a16:colId xmlns:a16="http://schemas.microsoft.com/office/drawing/2014/main" val="4016422352"/>
                        </a:ext>
                      </a:extLst>
                    </a:gridCol>
                  </a:tblGrid>
                  <a:tr h="386890"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9"/>
                          <a:stretch>
                            <a:fillRect l="-376" t="-1538" r="-752" b="-307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5984192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5" name="Tableau 24">
                <a:extLst>
                  <a:ext uri="{FF2B5EF4-FFF2-40B4-BE49-F238E27FC236}">
                    <a16:creationId xmlns:a16="http://schemas.microsoft.com/office/drawing/2014/main" id="{DD79FB8D-F0AB-2F44-AA97-3B57B583B52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25220953"/>
                  </p:ext>
                </p:extLst>
              </p:nvPr>
            </p:nvGraphicFramePr>
            <p:xfrm>
              <a:off x="8793805" y="3539513"/>
              <a:ext cx="1615872" cy="34600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15872">
                      <a:extLst>
                        <a:ext uri="{9D8B030D-6E8A-4147-A177-3AD203B41FA5}">
                          <a16:colId xmlns:a16="http://schemas.microsoft.com/office/drawing/2014/main" val="4016422352"/>
                        </a:ext>
                      </a:extLst>
                    </a:gridCol>
                  </a:tblGrid>
                  <a:tr h="346006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sz="1400" b="1" i="1" kern="1200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400" b="1" i="1" kern="1200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𝒀</m:t>
                                    </m:r>
                                  </m:e>
                                  <m:sub>
                                    <m:r>
                                      <a:rPr lang="fr-FR" sz="1400" b="1" i="1" kern="1200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𝑵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fr-FR" sz="1400" b="1" i="1" kern="1200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alpha val="5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5984192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5" name="Tableau 24">
                <a:extLst>
                  <a:ext uri="{FF2B5EF4-FFF2-40B4-BE49-F238E27FC236}">
                    <a16:creationId xmlns:a16="http://schemas.microsoft.com/office/drawing/2014/main" id="{DD79FB8D-F0AB-2F44-AA97-3B57B583B52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25220953"/>
                  </p:ext>
                </p:extLst>
              </p:nvPr>
            </p:nvGraphicFramePr>
            <p:xfrm>
              <a:off x="8793805" y="3539513"/>
              <a:ext cx="1615872" cy="34600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15872">
                      <a:extLst>
                        <a:ext uri="{9D8B030D-6E8A-4147-A177-3AD203B41FA5}">
                          <a16:colId xmlns:a16="http://schemas.microsoft.com/office/drawing/2014/main" val="4016422352"/>
                        </a:ext>
                      </a:extLst>
                    </a:gridCol>
                  </a:tblGrid>
                  <a:tr h="346006"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10"/>
                          <a:stretch>
                            <a:fillRect l="-376" t="-1724" r="-752" b="-34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59841926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26" name="Connecteur droit avec flèche 25">
            <a:extLst>
              <a:ext uri="{FF2B5EF4-FFF2-40B4-BE49-F238E27FC236}">
                <a16:creationId xmlns:a16="http://schemas.microsoft.com/office/drawing/2014/main" id="{1E4B6918-39C4-8916-967E-C0F00CB333E6}"/>
              </a:ext>
            </a:extLst>
          </p:cNvPr>
          <p:cNvCxnSpPr>
            <a:cxnSpLocks/>
            <a:stCxn id="22" idx="3"/>
            <a:endCxn id="25" idx="1"/>
          </p:cNvCxnSpPr>
          <p:nvPr/>
        </p:nvCxnSpPr>
        <p:spPr>
          <a:xfrm flipV="1">
            <a:off x="7936009" y="3712516"/>
            <a:ext cx="857796" cy="154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eur droit avec flèche 51">
            <a:extLst>
              <a:ext uri="{FF2B5EF4-FFF2-40B4-BE49-F238E27FC236}">
                <a16:creationId xmlns:a16="http://schemas.microsoft.com/office/drawing/2014/main" id="{3353947D-4BCD-27F9-880E-CCE92E614FE2}"/>
              </a:ext>
            </a:extLst>
          </p:cNvPr>
          <p:cNvCxnSpPr>
            <a:cxnSpLocks/>
            <a:stCxn id="15" idx="3"/>
            <a:endCxn id="19" idx="1"/>
          </p:cNvCxnSpPr>
          <p:nvPr/>
        </p:nvCxnSpPr>
        <p:spPr>
          <a:xfrm>
            <a:off x="6381063" y="2118545"/>
            <a:ext cx="241274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7" name="Tableau 66">
            <a:extLst>
              <a:ext uri="{FF2B5EF4-FFF2-40B4-BE49-F238E27FC236}">
                <a16:creationId xmlns:a16="http://schemas.microsoft.com/office/drawing/2014/main" id="{7A28CB96-D905-79C4-E3E9-CEABDFB712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9519935"/>
              </p:ext>
            </p:extLst>
          </p:nvPr>
        </p:nvGraphicFramePr>
        <p:xfrm>
          <a:off x="9393461" y="2468551"/>
          <a:ext cx="20828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3593916471"/>
                    </a:ext>
                  </a:extLst>
                </a:gridCol>
              </a:tblGrid>
              <a:tr h="832523">
                <a:tc>
                  <a:txBody>
                    <a:bodyPr/>
                    <a:lstStyle/>
                    <a:p>
                      <a:r>
                        <a:rPr lang="fr-FR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r>
                        <a:rPr lang="fr-FR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r>
                        <a:rPr lang="fr-FR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9885432"/>
                  </a:ext>
                </a:extLst>
              </a:tr>
            </a:tbl>
          </a:graphicData>
        </a:graphic>
      </p:graphicFrame>
      <p:graphicFrame>
        <p:nvGraphicFramePr>
          <p:cNvPr id="68" name="Tableau 67">
            <a:extLst>
              <a:ext uri="{FF2B5EF4-FFF2-40B4-BE49-F238E27FC236}">
                <a16:creationId xmlns:a16="http://schemas.microsoft.com/office/drawing/2014/main" id="{D17EF9D0-885F-8036-20F3-2448AEF1C1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9905665"/>
              </p:ext>
            </p:extLst>
          </p:nvPr>
        </p:nvGraphicFramePr>
        <p:xfrm>
          <a:off x="5308278" y="2379045"/>
          <a:ext cx="20828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3593916471"/>
                    </a:ext>
                  </a:extLst>
                </a:gridCol>
              </a:tblGrid>
              <a:tr h="832523">
                <a:tc>
                  <a:txBody>
                    <a:bodyPr/>
                    <a:lstStyle/>
                    <a:p>
                      <a:r>
                        <a:rPr lang="fr-FR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r>
                        <a:rPr lang="fr-FR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r>
                        <a:rPr lang="fr-FR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9885432"/>
                  </a:ext>
                </a:extLst>
              </a:tr>
            </a:tbl>
          </a:graphicData>
        </a:graphic>
      </p:graphicFrame>
      <p:graphicFrame>
        <p:nvGraphicFramePr>
          <p:cNvPr id="69" name="Tableau 68">
            <a:extLst>
              <a:ext uri="{FF2B5EF4-FFF2-40B4-BE49-F238E27FC236}">
                <a16:creationId xmlns:a16="http://schemas.microsoft.com/office/drawing/2014/main" id="{48415FAD-33F6-BCA3-4939-86D3BAB7EE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8789628"/>
              </p:ext>
            </p:extLst>
          </p:nvPr>
        </p:nvGraphicFramePr>
        <p:xfrm>
          <a:off x="0" y="826258"/>
          <a:ext cx="1643974" cy="30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3974">
                  <a:extLst>
                    <a:ext uri="{9D8B030D-6E8A-4147-A177-3AD203B41FA5}">
                      <a16:colId xmlns:a16="http://schemas.microsoft.com/office/drawing/2014/main" val="3593916471"/>
                    </a:ext>
                  </a:extLst>
                </a:gridCol>
              </a:tblGrid>
              <a:tr h="183711">
                <a:tc>
                  <a:txBody>
                    <a:bodyPr/>
                    <a:lstStyle/>
                    <a:p>
                      <a:r>
                        <a:rPr lang="fr-FR" sz="1400" dirty="0">
                          <a:solidFill>
                            <a:schemeClr val="tx1"/>
                          </a:solidFill>
                        </a:rPr>
                        <a:t>Variables exogènes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9885432"/>
                  </a:ext>
                </a:extLst>
              </a:tr>
            </a:tbl>
          </a:graphicData>
        </a:graphic>
      </p:graphicFrame>
      <p:graphicFrame>
        <p:nvGraphicFramePr>
          <p:cNvPr id="70" name="Tableau 69">
            <a:extLst>
              <a:ext uri="{FF2B5EF4-FFF2-40B4-BE49-F238E27FC236}">
                <a16:creationId xmlns:a16="http://schemas.microsoft.com/office/drawing/2014/main" id="{BADD23DA-92FE-D1F1-2305-9DCBA94BDA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4222673"/>
              </p:ext>
            </p:extLst>
          </p:nvPr>
        </p:nvGraphicFramePr>
        <p:xfrm>
          <a:off x="8331669" y="670915"/>
          <a:ext cx="3093396" cy="30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93396">
                  <a:extLst>
                    <a:ext uri="{9D8B030D-6E8A-4147-A177-3AD203B41FA5}">
                      <a16:colId xmlns:a16="http://schemas.microsoft.com/office/drawing/2014/main" val="3593916471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r>
                        <a:rPr lang="fr-FR" sz="1400" dirty="0">
                          <a:solidFill>
                            <a:schemeClr val="tx1"/>
                          </a:solidFill>
                        </a:rPr>
                        <a:t>Valeurs futures de la Variable cible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9885432"/>
                  </a:ext>
                </a:extLst>
              </a:tr>
            </a:tbl>
          </a:graphicData>
        </a:graphic>
      </p:graphicFrame>
      <p:graphicFrame>
        <p:nvGraphicFramePr>
          <p:cNvPr id="71" name="Tableau 70">
            <a:extLst>
              <a:ext uri="{FF2B5EF4-FFF2-40B4-BE49-F238E27FC236}">
                <a16:creationId xmlns:a16="http://schemas.microsoft.com/office/drawing/2014/main" id="{865D701D-16B2-7123-7E34-2933868E7B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6364247"/>
              </p:ext>
            </p:extLst>
          </p:nvPr>
        </p:nvGraphicFramePr>
        <p:xfrm>
          <a:off x="-1" y="1184123"/>
          <a:ext cx="1951127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1127">
                  <a:extLst>
                    <a:ext uri="{9D8B030D-6E8A-4147-A177-3AD203B41FA5}">
                      <a16:colId xmlns:a16="http://schemas.microsoft.com/office/drawing/2014/main" val="3593916471"/>
                    </a:ext>
                  </a:extLst>
                </a:gridCol>
              </a:tblGrid>
              <a:tr h="408019">
                <a:tc>
                  <a:txBody>
                    <a:bodyPr/>
                    <a:lstStyle/>
                    <a:p>
                      <a:r>
                        <a:rPr lang="fr-FR" sz="1400" dirty="0">
                          <a:solidFill>
                            <a:schemeClr val="tx1"/>
                          </a:solidFill>
                        </a:rPr>
                        <a:t>Valeurs passées de la variable cible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98854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696626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ZoneTexte 8">
            <a:extLst>
              <a:ext uri="{FF2B5EF4-FFF2-40B4-BE49-F238E27FC236}">
                <a16:creationId xmlns:a16="http://schemas.microsoft.com/office/drawing/2014/main" id="{3B035DB8-7313-61FC-17A2-9A7761FE2A12}"/>
              </a:ext>
            </a:extLst>
          </p:cNvPr>
          <p:cNvSpPr txBox="1"/>
          <p:nvPr/>
        </p:nvSpPr>
        <p:spPr>
          <a:xfrm>
            <a:off x="2580261" y="408960"/>
            <a:ext cx="609437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Input (24, </a:t>
            </a:r>
            <a:r>
              <a:rPr lang="fr-FR" dirty="0" err="1"/>
              <a:t>features</a:t>
            </a:r>
            <a:r>
              <a:rPr lang="fr-FR" dirty="0"/>
              <a:t>)  ↓LSTM (256 </a:t>
            </a:r>
            <a:r>
              <a:rPr lang="fr-FR" dirty="0" err="1"/>
              <a:t>units</a:t>
            </a:r>
            <a:r>
              <a:rPr lang="fr-FR" dirty="0"/>
              <a:t>, </a:t>
            </a:r>
            <a:r>
              <a:rPr lang="fr-FR" dirty="0" err="1"/>
              <a:t>return_sequences</a:t>
            </a:r>
            <a:r>
              <a:rPr lang="fr-FR" dirty="0"/>
              <a:t>=</a:t>
            </a:r>
            <a:r>
              <a:rPr lang="fr-FR" dirty="0" err="1"/>
              <a:t>True</a:t>
            </a:r>
            <a:r>
              <a:rPr lang="fr-FR" dirty="0"/>
              <a:t>)  ↓LSTM (256 </a:t>
            </a:r>
            <a:r>
              <a:rPr lang="fr-FR" dirty="0" err="1"/>
              <a:t>units</a:t>
            </a:r>
            <a:r>
              <a:rPr lang="fr-FR" dirty="0"/>
              <a:t>)  ↓Dense (256 </a:t>
            </a:r>
            <a:r>
              <a:rPr lang="fr-FR" dirty="0" err="1"/>
              <a:t>units</a:t>
            </a:r>
            <a:r>
              <a:rPr lang="fr-FR" dirty="0"/>
              <a:t>)  ↓Dense (1 unit, output)</a:t>
            </a:r>
          </a:p>
        </p:txBody>
      </p:sp>
    </p:spTree>
    <p:extLst>
      <p:ext uri="{BB962C8B-B14F-4D97-AF65-F5344CB8AC3E}">
        <p14:creationId xmlns:p14="http://schemas.microsoft.com/office/powerpoint/2010/main" val="13105148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77CB99-0D92-10B5-195E-BFED01479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e 6">
            <a:extLst>
              <a:ext uri="{FF2B5EF4-FFF2-40B4-BE49-F238E27FC236}">
                <a16:creationId xmlns:a16="http://schemas.microsoft.com/office/drawing/2014/main" id="{8B88701F-7399-5295-4CA1-3FF2B6D50224}"/>
              </a:ext>
            </a:extLst>
          </p:cNvPr>
          <p:cNvGrpSpPr/>
          <p:nvPr/>
        </p:nvGrpSpPr>
        <p:grpSpPr>
          <a:xfrm>
            <a:off x="3009661" y="1173232"/>
            <a:ext cx="6640720" cy="2499779"/>
            <a:chOff x="3009661" y="1173232"/>
            <a:chExt cx="6640720" cy="2499779"/>
          </a:xfrm>
        </p:grpSpPr>
        <p:sp>
          <p:nvSpPr>
            <p:cNvPr id="8" name="Rectangle : coins arrondis 7">
              <a:extLst>
                <a:ext uri="{FF2B5EF4-FFF2-40B4-BE49-F238E27FC236}">
                  <a16:creationId xmlns:a16="http://schemas.microsoft.com/office/drawing/2014/main" id="{55F59E50-F309-0CB9-9E6E-59B2A7C4EBE9}"/>
                </a:ext>
              </a:extLst>
            </p:cNvPr>
            <p:cNvSpPr/>
            <p:nvPr/>
          </p:nvSpPr>
          <p:spPr>
            <a:xfrm rot="16200000">
              <a:off x="3908829" y="2202568"/>
              <a:ext cx="1866900" cy="519957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5000"/>
              </a:schemeClr>
            </a:solidFill>
            <a:ln w="25400">
              <a:solidFill>
                <a:schemeClr val="accent6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>
                  <a:solidFill>
                    <a:schemeClr val="tx1"/>
                  </a:solidFill>
                </a:rPr>
                <a:t>LSTM</a:t>
              </a:r>
            </a:p>
          </p:txBody>
        </p:sp>
        <p:sp>
          <p:nvSpPr>
            <p:cNvPr id="2" name="Rectangle : coins arrondis 1">
              <a:extLst>
                <a:ext uri="{FF2B5EF4-FFF2-40B4-BE49-F238E27FC236}">
                  <a16:creationId xmlns:a16="http://schemas.microsoft.com/office/drawing/2014/main" id="{3C75446E-841A-F8D2-F77B-92A5085DA15C}"/>
                </a:ext>
              </a:extLst>
            </p:cNvPr>
            <p:cNvSpPr/>
            <p:nvPr/>
          </p:nvSpPr>
          <p:spPr>
            <a:xfrm rot="16200000">
              <a:off x="3112813" y="2202568"/>
              <a:ext cx="1866900" cy="519957"/>
            </a:xfrm>
            <a:prstGeom prst="roundRect">
              <a:avLst/>
            </a:prstGeom>
            <a:solidFill>
              <a:schemeClr val="accent1">
                <a:alpha val="13000"/>
              </a:schemeClr>
            </a:solidFill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>
                  <a:solidFill>
                    <a:schemeClr val="tx1"/>
                  </a:solidFill>
                </a:rPr>
                <a:t>INPUT</a:t>
              </a:r>
            </a:p>
          </p:txBody>
        </p:sp>
        <p:sp>
          <p:nvSpPr>
            <p:cNvPr id="3" name="Rectangle : coins arrondis 2">
              <a:extLst>
                <a:ext uri="{FF2B5EF4-FFF2-40B4-BE49-F238E27FC236}">
                  <a16:creationId xmlns:a16="http://schemas.microsoft.com/office/drawing/2014/main" id="{84E989CF-6CDC-5FE7-32F2-48B934AA39D7}"/>
                </a:ext>
              </a:extLst>
            </p:cNvPr>
            <p:cNvSpPr/>
            <p:nvPr/>
          </p:nvSpPr>
          <p:spPr>
            <a:xfrm rot="16200000">
              <a:off x="5798544" y="2202566"/>
              <a:ext cx="1866900" cy="519957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5000"/>
              </a:schemeClr>
            </a:solidFill>
            <a:ln w="25400">
              <a:solidFill>
                <a:schemeClr val="accent6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>
                  <a:solidFill>
                    <a:schemeClr val="tx1"/>
                  </a:solidFill>
                </a:rPr>
                <a:t>LSTM</a:t>
              </a:r>
            </a:p>
          </p:txBody>
        </p:sp>
        <p:sp>
          <p:nvSpPr>
            <p:cNvPr id="9" name="Rectangle : coins arrondis 8">
              <a:extLst>
                <a:ext uri="{FF2B5EF4-FFF2-40B4-BE49-F238E27FC236}">
                  <a16:creationId xmlns:a16="http://schemas.microsoft.com/office/drawing/2014/main" id="{004D7407-D8C9-51D9-E4C8-35351D6B96C6}"/>
                </a:ext>
              </a:extLst>
            </p:cNvPr>
            <p:cNvSpPr/>
            <p:nvPr/>
          </p:nvSpPr>
          <p:spPr>
            <a:xfrm rot="16200000">
              <a:off x="6602439" y="2202566"/>
              <a:ext cx="1866900" cy="519957"/>
            </a:xfrm>
            <a:prstGeom prst="roundRect">
              <a:avLst/>
            </a:prstGeom>
            <a:solidFill>
              <a:schemeClr val="tx2">
                <a:lumMod val="60000"/>
                <a:lumOff val="40000"/>
                <a:alpha val="58000"/>
              </a:schemeClr>
            </a:solidFill>
            <a:ln w="25400">
              <a:solidFill>
                <a:schemeClr val="tx2"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>
                  <a:solidFill>
                    <a:schemeClr val="tx1"/>
                  </a:solidFill>
                </a:rPr>
                <a:t>Dense</a:t>
              </a:r>
            </a:p>
          </p:txBody>
        </p:sp>
        <p:sp>
          <p:nvSpPr>
            <p:cNvPr id="11" name="Ellipse 10">
              <a:extLst>
                <a:ext uri="{FF2B5EF4-FFF2-40B4-BE49-F238E27FC236}">
                  <a16:creationId xmlns:a16="http://schemas.microsoft.com/office/drawing/2014/main" id="{8F3412B7-7C80-596F-A5A9-6F60FF9527D6}"/>
                </a:ext>
              </a:extLst>
            </p:cNvPr>
            <p:cNvSpPr/>
            <p:nvPr/>
          </p:nvSpPr>
          <p:spPr>
            <a:xfrm>
              <a:off x="8187416" y="2193717"/>
              <a:ext cx="519958" cy="537651"/>
            </a:xfrm>
            <a:prstGeom prst="ellipse">
              <a:avLst/>
            </a:prstGeom>
            <a:solidFill>
              <a:schemeClr val="accent1"/>
            </a:solidFill>
            <a:ln w="2540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200" b="1" dirty="0">
                <a:solidFill>
                  <a:schemeClr val="tx1"/>
                </a:solidFill>
              </a:endParaRPr>
            </a:p>
          </p:txBody>
        </p:sp>
        <p:cxnSp>
          <p:nvCxnSpPr>
            <p:cNvPr id="13" name="Connecteur droit avec flèche 12">
              <a:extLst>
                <a:ext uri="{FF2B5EF4-FFF2-40B4-BE49-F238E27FC236}">
                  <a16:creationId xmlns:a16="http://schemas.microsoft.com/office/drawing/2014/main" id="{CD0E8F79-90A7-5CE8-8C7A-0AADCB975DBA}"/>
                </a:ext>
              </a:extLst>
            </p:cNvPr>
            <p:cNvCxnSpPr>
              <a:cxnSpLocks/>
              <a:stCxn id="2" idx="2"/>
              <a:endCxn id="8" idx="0"/>
            </p:cNvCxnSpPr>
            <p:nvPr/>
          </p:nvCxnSpPr>
          <p:spPr>
            <a:xfrm>
              <a:off x="4306242" y="2462547"/>
              <a:ext cx="276059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eur droit avec flèche 13">
              <a:extLst>
                <a:ext uri="{FF2B5EF4-FFF2-40B4-BE49-F238E27FC236}">
                  <a16:creationId xmlns:a16="http://schemas.microsoft.com/office/drawing/2014/main" id="{12969707-0B0F-1C5F-4F79-11BCDD29D5BD}"/>
                </a:ext>
              </a:extLst>
            </p:cNvPr>
            <p:cNvCxnSpPr/>
            <p:nvPr/>
          </p:nvCxnSpPr>
          <p:spPr>
            <a:xfrm>
              <a:off x="6195957" y="2462544"/>
              <a:ext cx="276059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eur droit avec flèche 14">
              <a:extLst>
                <a:ext uri="{FF2B5EF4-FFF2-40B4-BE49-F238E27FC236}">
                  <a16:creationId xmlns:a16="http://schemas.microsoft.com/office/drawing/2014/main" id="{B14AF69E-F23C-6496-57A1-DDFEAA653B19}"/>
                </a:ext>
              </a:extLst>
            </p:cNvPr>
            <p:cNvCxnSpPr>
              <a:cxnSpLocks/>
              <a:endCxn id="9" idx="0"/>
            </p:cNvCxnSpPr>
            <p:nvPr/>
          </p:nvCxnSpPr>
          <p:spPr>
            <a:xfrm>
              <a:off x="7018863" y="2462544"/>
              <a:ext cx="257048" cy="1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eur droit avec flèche 16">
              <a:extLst>
                <a:ext uri="{FF2B5EF4-FFF2-40B4-BE49-F238E27FC236}">
                  <a16:creationId xmlns:a16="http://schemas.microsoft.com/office/drawing/2014/main" id="{0C748983-78FE-6678-DCDF-31F6956AC036}"/>
                </a:ext>
              </a:extLst>
            </p:cNvPr>
            <p:cNvCxnSpPr>
              <a:cxnSpLocks/>
              <a:stCxn id="9" idx="2"/>
              <a:endCxn id="11" idx="2"/>
            </p:cNvCxnSpPr>
            <p:nvPr/>
          </p:nvCxnSpPr>
          <p:spPr>
            <a:xfrm flipV="1">
              <a:off x="7795868" y="2462543"/>
              <a:ext cx="391548" cy="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eur droit avec flèche 21">
              <a:extLst>
                <a:ext uri="{FF2B5EF4-FFF2-40B4-BE49-F238E27FC236}">
                  <a16:creationId xmlns:a16="http://schemas.microsoft.com/office/drawing/2014/main" id="{A4792706-E571-98C2-B973-69FBDA35A6CF}"/>
                </a:ext>
              </a:extLst>
            </p:cNvPr>
            <p:cNvCxnSpPr>
              <a:cxnSpLocks/>
            </p:cNvCxnSpPr>
            <p:nvPr/>
          </p:nvCxnSpPr>
          <p:spPr>
            <a:xfrm>
              <a:off x="3009661" y="2462543"/>
              <a:ext cx="776623" cy="202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eur droit avec flèche 22">
              <a:extLst>
                <a:ext uri="{FF2B5EF4-FFF2-40B4-BE49-F238E27FC236}">
                  <a16:creationId xmlns:a16="http://schemas.microsoft.com/office/drawing/2014/main" id="{27B3DF29-3522-F32C-495B-55F3B1AA354C}"/>
                </a:ext>
              </a:extLst>
            </p:cNvPr>
            <p:cNvCxnSpPr>
              <a:cxnSpLocks/>
              <a:stCxn id="11" idx="6"/>
            </p:cNvCxnSpPr>
            <p:nvPr/>
          </p:nvCxnSpPr>
          <p:spPr>
            <a:xfrm>
              <a:off x="8707374" y="2462543"/>
              <a:ext cx="943007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A7658422-3B06-5EB7-0FFC-E2A3A2B0C18E}"/>
                </a:ext>
              </a:extLst>
            </p:cNvPr>
            <p:cNvSpPr/>
            <p:nvPr/>
          </p:nvSpPr>
          <p:spPr>
            <a:xfrm>
              <a:off x="3249038" y="1173232"/>
              <a:ext cx="6040877" cy="249977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50" name="ZoneTexte 49">
              <a:extLst>
                <a:ext uri="{FF2B5EF4-FFF2-40B4-BE49-F238E27FC236}">
                  <a16:creationId xmlns:a16="http://schemas.microsoft.com/office/drawing/2014/main" id="{20B050AA-DFB1-48F7-0DB3-C27BA9C0B151}"/>
                </a:ext>
              </a:extLst>
            </p:cNvPr>
            <p:cNvSpPr txBox="1"/>
            <p:nvPr/>
          </p:nvSpPr>
          <p:spPr>
            <a:xfrm>
              <a:off x="7803408" y="2759201"/>
              <a:ext cx="132701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sz="1800" b="1" dirty="0">
                  <a:solidFill>
                    <a:schemeClr val="tx1"/>
                  </a:solidFill>
                </a:rPr>
                <a:t>régression</a:t>
              </a:r>
            </a:p>
          </p:txBody>
        </p:sp>
        <p:cxnSp>
          <p:nvCxnSpPr>
            <p:cNvPr id="4" name="Connecteur droit avec flèche 3">
              <a:extLst>
                <a:ext uri="{FF2B5EF4-FFF2-40B4-BE49-F238E27FC236}">
                  <a16:creationId xmlns:a16="http://schemas.microsoft.com/office/drawing/2014/main" id="{F039B440-BA93-315C-8DE4-E28301A3B14A}"/>
                </a:ext>
              </a:extLst>
            </p:cNvPr>
            <p:cNvCxnSpPr/>
            <p:nvPr/>
          </p:nvCxnSpPr>
          <p:spPr>
            <a:xfrm>
              <a:off x="5102258" y="2450828"/>
              <a:ext cx="276059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Connecteur droit 5">
              <a:extLst>
                <a:ext uri="{FF2B5EF4-FFF2-40B4-BE49-F238E27FC236}">
                  <a16:creationId xmlns:a16="http://schemas.microsoft.com/office/drawing/2014/main" id="{02919DD9-7C3F-9C72-06F0-5354984472E1}"/>
                </a:ext>
              </a:extLst>
            </p:cNvPr>
            <p:cNvCxnSpPr/>
            <p:nvPr/>
          </p:nvCxnSpPr>
          <p:spPr>
            <a:xfrm>
              <a:off x="5378317" y="2450828"/>
              <a:ext cx="817640" cy="11715"/>
            </a:xfrm>
            <a:prstGeom prst="line">
              <a:avLst/>
            </a:prstGeom>
            <a:ln>
              <a:prstDash val="sysDot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92021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8">
            <a:extLst>
              <a:ext uri="{FF2B5EF4-FFF2-40B4-BE49-F238E27FC236}">
                <a16:creationId xmlns:a16="http://schemas.microsoft.com/office/drawing/2014/main" id="{2B483549-99B1-559D-89F0-E0A558E083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089" y="1258670"/>
            <a:ext cx="8830520" cy="3060409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37936C79-5310-915C-4552-DC658EE20184}"/>
              </a:ext>
            </a:extLst>
          </p:cNvPr>
          <p:cNvSpPr/>
          <p:nvPr/>
        </p:nvSpPr>
        <p:spPr>
          <a:xfrm>
            <a:off x="8042659" y="1258670"/>
            <a:ext cx="846307" cy="228633"/>
          </a:xfrm>
          <a:prstGeom prst="rect">
            <a:avLst/>
          </a:prstGeom>
          <a:solidFill>
            <a:schemeClr val="tx1">
              <a:lumMod val="50000"/>
              <a:lumOff val="50000"/>
              <a:alpha val="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Sauté</a:t>
            </a:r>
          </a:p>
        </p:txBody>
      </p:sp>
      <p:pic>
        <p:nvPicPr>
          <p:cNvPr id="22" name="Image 21">
            <a:extLst>
              <a:ext uri="{FF2B5EF4-FFF2-40B4-BE49-F238E27FC236}">
                <a16:creationId xmlns:a16="http://schemas.microsoft.com/office/drawing/2014/main" id="{CE7F82B6-C52C-8BC7-DF4C-74654F2054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8237" y="1273666"/>
            <a:ext cx="514422" cy="228633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1554FA85-0229-77C3-A255-CAD4B16360FB}"/>
              </a:ext>
            </a:extLst>
          </p:cNvPr>
          <p:cNvSpPr/>
          <p:nvPr/>
        </p:nvSpPr>
        <p:spPr>
          <a:xfrm>
            <a:off x="8033105" y="1558839"/>
            <a:ext cx="1520504" cy="268292"/>
          </a:xfrm>
          <a:prstGeom prst="rect">
            <a:avLst/>
          </a:prstGeom>
          <a:solidFill>
            <a:schemeClr val="tx1">
              <a:lumMod val="50000"/>
              <a:lumOff val="50000"/>
              <a:alpha val="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Entrainement</a:t>
            </a:r>
          </a:p>
        </p:txBody>
      </p:sp>
      <p:pic>
        <p:nvPicPr>
          <p:cNvPr id="26" name="Image 25">
            <a:extLst>
              <a:ext uri="{FF2B5EF4-FFF2-40B4-BE49-F238E27FC236}">
                <a16:creationId xmlns:a16="http://schemas.microsoft.com/office/drawing/2014/main" id="{DC603E90-DF4E-2487-3D92-AF09A8EE49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3474" y="1903976"/>
            <a:ext cx="523948" cy="228632"/>
          </a:xfrm>
          <a:prstGeom prst="rect">
            <a:avLst/>
          </a:prstGeom>
        </p:spPr>
      </p:pic>
      <p:sp>
        <p:nvSpPr>
          <p:cNvPr id="27" name="Rectangle 26">
            <a:extLst>
              <a:ext uri="{FF2B5EF4-FFF2-40B4-BE49-F238E27FC236}">
                <a16:creationId xmlns:a16="http://schemas.microsoft.com/office/drawing/2014/main" id="{1637CF1E-E549-5EBE-97EA-F7C8DD968E6C}"/>
              </a:ext>
            </a:extLst>
          </p:cNvPr>
          <p:cNvSpPr/>
          <p:nvPr/>
        </p:nvSpPr>
        <p:spPr>
          <a:xfrm>
            <a:off x="8037896" y="1903973"/>
            <a:ext cx="1258502" cy="228635"/>
          </a:xfrm>
          <a:prstGeom prst="rect">
            <a:avLst/>
          </a:prstGeom>
          <a:solidFill>
            <a:schemeClr val="tx1">
              <a:lumMod val="50000"/>
              <a:lumOff val="50000"/>
              <a:alpha val="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dirty="0">
                <a:solidFill>
                  <a:schemeClr val="tx1"/>
                </a:solidFill>
              </a:rPr>
              <a:t>Test </a:t>
            </a:r>
          </a:p>
        </p:txBody>
      </p:sp>
      <p:pic>
        <p:nvPicPr>
          <p:cNvPr id="29" name="Image 28">
            <a:extLst>
              <a:ext uri="{FF2B5EF4-FFF2-40B4-BE49-F238E27FC236}">
                <a16:creationId xmlns:a16="http://schemas.microsoft.com/office/drawing/2014/main" id="{8FDDC973-BD55-1734-F239-F7B221E4666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18683" y="1589606"/>
            <a:ext cx="514422" cy="228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3837038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5422</TotalTime>
  <Words>184</Words>
  <Application>Microsoft Office PowerPoint</Application>
  <PresentationFormat>Grand écran</PresentationFormat>
  <Paragraphs>112</Paragraphs>
  <Slides>6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11" baseType="lpstr">
      <vt:lpstr>Arial</vt:lpstr>
      <vt:lpstr>Calibri</vt:lpstr>
      <vt:lpstr>Calibri Light</vt:lpstr>
      <vt:lpstr>Cambria Math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Youssef SERRESTOU</dc:creator>
  <cp:lastModifiedBy>Youssef SERRESTOU</cp:lastModifiedBy>
  <cp:revision>7</cp:revision>
  <dcterms:created xsi:type="dcterms:W3CDTF">2025-07-05T22:40:38Z</dcterms:created>
  <dcterms:modified xsi:type="dcterms:W3CDTF">2025-07-24T14:28:36Z</dcterms:modified>
</cp:coreProperties>
</file>